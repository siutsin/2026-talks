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111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1" r:id="rId4"/>
    <p:sldId id="277" r:id="rId5"/>
    <p:sldId id="278" r:id="rId6"/>
    <p:sldId id="262" r:id="rId7"/>
    <p:sldId id="258" r:id="rId8"/>
    <p:sldId id="275" r:id="rId9"/>
    <p:sldId id="276" r:id="rId10"/>
    <p:sldId id="274" r:id="rId11"/>
    <p:sldId id="264" r:id="rId12"/>
    <p:sldId id="280" r:id="rId13"/>
    <p:sldId id="279" r:id="rId14"/>
    <p:sldId id="269" r:id="rId15"/>
    <p:sldId id="266" r:id="rId16"/>
    <p:sldId id="270" r:id="rId17"/>
    <p:sldId id="271" r:id="rId18"/>
    <p:sldId id="281" r:id="rId19"/>
    <p:sldId id="272" r:id="rId20"/>
    <p:sldId id="273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4A151D-80EA-FA91-25E5-C61BA6C8B7DA}" name="Manus, Sara Jane Beutter" initials="SM" userId="S::sjm373@miami.edu::9a825c55-53d4-4305-a58e-648c99c9284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D4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409DEB-6BD4-DD4B-3F2E-AA0F34EB36DB}" v="2" dt="2026-07-23T16:35:51.665"/>
    <p1510:client id="{760D3E99-36C9-BE1B-AEE5-1BEE57899657}" v="903" dt="2026-07-23T15:31:52.247"/>
    <p1510:client id="{BF28C403-0C1A-6B47-9EFE-2BC5743DF296}" v="1" dt="2026-07-23T16:38:32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31" autoAdjust="0"/>
    <p:restoredTop sz="94669" autoAdjust="0"/>
  </p:normalViewPr>
  <p:slideViewPr>
    <p:cSldViewPr snapToGrid="0" snapToObjects="1">
      <p:cViewPr varScale="1">
        <p:scale>
          <a:sx n="114" d="100"/>
          <a:sy n="114" d="100"/>
        </p:scale>
        <p:origin x="168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omments/modernComment_11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9C7BBD-79EA-4AEF-AC4E-22E85A9B4F18}" authorId="{B94A151D-80EA-FA91-25E5-C61BA6C8B7DA}" created="2026-07-29T19:48:07.04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3"/>
      <ac:graphicFrameMk id="197" creationId="{B8135D98-844E-1D78-103D-FFB77752AC9E}"/>
    </ac:deMkLst>
    <p188:txBody>
      <a:bodyPr/>
      <a:lstStyle/>
      <a:p>
        <a:r>
          <a:rPr lang="en-US"/>
          <a:t>Add a final slide (Questions?) Include your contact information again.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C1E087-EBC2-47EC-B9A5-488B762FF2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35D1B3C0-FF10-4459-86BA-D22E268B78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Gophercon</a:t>
          </a:r>
          <a:r>
            <a:rPr lang="en-US" dirty="0"/>
            <a:t> Speaker 2023, 2026</a:t>
          </a:r>
        </a:p>
      </dgm:t>
    </dgm:pt>
    <dgm:pt modelId="{65158C8F-5FDD-499C-A168-DB6646CBEC54}" type="parTrans" cxnId="{77B7A784-5A30-4E88-8D02-2CA8B170ADC1}">
      <dgm:prSet/>
      <dgm:spPr/>
      <dgm:t>
        <a:bodyPr/>
        <a:lstStyle/>
        <a:p>
          <a:endParaRPr lang="en-US"/>
        </a:p>
      </dgm:t>
    </dgm:pt>
    <dgm:pt modelId="{F9441B5D-FF8B-4C7E-9D30-B451D617E85D}" type="sibTrans" cxnId="{77B7A784-5A30-4E88-8D02-2CA8B170ADC1}">
      <dgm:prSet/>
      <dgm:spPr/>
      <dgm:t>
        <a:bodyPr/>
        <a:lstStyle/>
        <a:p>
          <a:endParaRPr lang="en-US"/>
        </a:p>
      </dgm:t>
    </dgm:pt>
    <dgm:pt modelId="{11A0090A-DF7D-480E-B590-D20D5CE843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Casey Manus Principal Software Engineer - Bayer Crop Science </a:t>
          </a:r>
        </a:p>
      </dgm:t>
    </dgm:pt>
    <dgm:pt modelId="{D9866B57-94EC-4F78-B4CB-6A7F6D736DA1}" type="parTrans" cxnId="{71CF4A58-8804-4627-973F-6B73214E276C}">
      <dgm:prSet/>
      <dgm:spPr/>
      <dgm:t>
        <a:bodyPr/>
        <a:lstStyle/>
        <a:p>
          <a:endParaRPr lang="en-US"/>
        </a:p>
      </dgm:t>
    </dgm:pt>
    <dgm:pt modelId="{999D3CF8-3575-4483-A763-F4D2D3C85860}" type="sibTrans" cxnId="{71CF4A58-8804-4627-973F-6B73214E276C}">
      <dgm:prSet/>
      <dgm:spPr/>
      <dgm:t>
        <a:bodyPr/>
        <a:lstStyle/>
        <a:p>
          <a:endParaRPr lang="en-US"/>
        </a:p>
      </dgm:t>
    </dgm:pt>
    <dgm:pt modelId="{67B59D87-A81C-4EC8-B8A5-416350946D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caseylmanus@gmail.com </a:t>
          </a:r>
        </a:p>
      </dgm:t>
    </dgm:pt>
    <dgm:pt modelId="{BA7E7DC1-4040-43FE-B554-FF9F8BD62683}" type="parTrans" cxnId="{93A6A49D-CD35-432F-BB22-FA3D24B74C51}">
      <dgm:prSet/>
      <dgm:spPr/>
      <dgm:t>
        <a:bodyPr/>
        <a:lstStyle/>
        <a:p>
          <a:endParaRPr lang="en-US"/>
        </a:p>
      </dgm:t>
    </dgm:pt>
    <dgm:pt modelId="{904E75AD-6889-44DA-B257-3EF88CF3CB21}" type="sibTrans" cxnId="{93A6A49D-CD35-432F-BB22-FA3D24B74C51}">
      <dgm:prSet/>
      <dgm:spPr/>
      <dgm:t>
        <a:bodyPr/>
        <a:lstStyle/>
        <a:p>
          <a:endParaRPr lang="en-US"/>
        </a:p>
      </dgm:t>
    </dgm:pt>
    <dgm:pt modelId="{D5E8426A-8D00-49F6-A853-8945171DFF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casey.manus@bayer.com https://github.com/caseylmanus/workerpool</a:t>
          </a:r>
        </a:p>
      </dgm:t>
    </dgm:pt>
    <dgm:pt modelId="{6A523D01-4351-4984-AA40-5780A38E1ED8}" type="parTrans" cxnId="{1E8FB827-6B68-48E2-958D-3CA4ED144DDF}">
      <dgm:prSet/>
      <dgm:spPr/>
      <dgm:t>
        <a:bodyPr/>
        <a:lstStyle/>
        <a:p>
          <a:endParaRPr lang="en-US"/>
        </a:p>
      </dgm:t>
    </dgm:pt>
    <dgm:pt modelId="{0E47A462-09AE-42B2-A4CB-4C2C865B1AFA}" type="sibTrans" cxnId="{1E8FB827-6B68-48E2-958D-3CA4ED144DDF}">
      <dgm:prSet/>
      <dgm:spPr/>
      <dgm:t>
        <a:bodyPr/>
        <a:lstStyle/>
        <a:p>
          <a:endParaRPr lang="en-US"/>
        </a:p>
      </dgm:t>
    </dgm:pt>
    <dgm:pt modelId="{4D0D7CD2-E953-4BF1-96BB-58C916C981F0}" type="pres">
      <dgm:prSet presAssocID="{ECC1E087-EBC2-47EC-B9A5-488B762FF2C6}" presName="root" presStyleCnt="0">
        <dgm:presLayoutVars>
          <dgm:dir/>
          <dgm:resizeHandles val="exact"/>
        </dgm:presLayoutVars>
      </dgm:prSet>
      <dgm:spPr/>
    </dgm:pt>
    <dgm:pt modelId="{D3B1A874-1E2F-4A0F-8D2B-B1F12D82D4DA}" type="pres">
      <dgm:prSet presAssocID="{35D1B3C0-FF10-4459-86BA-D22E268B7808}" presName="compNode" presStyleCnt="0"/>
      <dgm:spPr/>
    </dgm:pt>
    <dgm:pt modelId="{0B770D71-7B3F-4F1F-BAD9-F9E77D67362D}" type="pres">
      <dgm:prSet presAssocID="{35D1B3C0-FF10-4459-86BA-D22E268B7808}" presName="bgRect" presStyleLbl="bgShp" presStyleIdx="0" presStyleCnt="4"/>
      <dgm:spPr/>
    </dgm:pt>
    <dgm:pt modelId="{B37C8F91-AE87-420D-8DDE-44187305FFED}" type="pres">
      <dgm:prSet presAssocID="{35D1B3C0-FF10-4459-86BA-D22E268B780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B12FE85-0791-4359-AD57-70FB34CA2645}" type="pres">
      <dgm:prSet presAssocID="{35D1B3C0-FF10-4459-86BA-D22E268B7808}" presName="spaceRect" presStyleCnt="0"/>
      <dgm:spPr/>
    </dgm:pt>
    <dgm:pt modelId="{C248A03B-078B-46C8-B960-F20E03B08929}" type="pres">
      <dgm:prSet presAssocID="{35D1B3C0-FF10-4459-86BA-D22E268B7808}" presName="parTx" presStyleLbl="revTx" presStyleIdx="0" presStyleCnt="4">
        <dgm:presLayoutVars>
          <dgm:chMax val="0"/>
          <dgm:chPref val="0"/>
        </dgm:presLayoutVars>
      </dgm:prSet>
      <dgm:spPr/>
    </dgm:pt>
    <dgm:pt modelId="{16417E34-272A-4223-AE38-B4B28693D198}" type="pres">
      <dgm:prSet presAssocID="{F9441B5D-FF8B-4C7E-9D30-B451D617E85D}" presName="sibTrans" presStyleCnt="0"/>
      <dgm:spPr/>
    </dgm:pt>
    <dgm:pt modelId="{F7BB07ED-AEC7-44DF-B773-F3B08556633A}" type="pres">
      <dgm:prSet presAssocID="{11A0090A-DF7D-480E-B590-D20D5CE8432E}" presName="compNode" presStyleCnt="0"/>
      <dgm:spPr/>
    </dgm:pt>
    <dgm:pt modelId="{C041CC93-4451-4AD6-87CB-FA5851837313}" type="pres">
      <dgm:prSet presAssocID="{11A0090A-DF7D-480E-B590-D20D5CE8432E}" presName="bgRect" presStyleLbl="bgShp" presStyleIdx="1" presStyleCnt="4"/>
      <dgm:spPr/>
    </dgm:pt>
    <dgm:pt modelId="{DE171139-38D1-4A36-A76E-303C4C6145C5}" type="pres">
      <dgm:prSet presAssocID="{11A0090A-DF7D-480E-B590-D20D5CE8432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9F2D37A3-C5C6-4044-929D-387AEBEBED67}" type="pres">
      <dgm:prSet presAssocID="{11A0090A-DF7D-480E-B590-D20D5CE8432E}" presName="spaceRect" presStyleCnt="0"/>
      <dgm:spPr/>
    </dgm:pt>
    <dgm:pt modelId="{07B80CC1-9CD7-4775-8D87-4EBB49D01F08}" type="pres">
      <dgm:prSet presAssocID="{11A0090A-DF7D-480E-B590-D20D5CE8432E}" presName="parTx" presStyleLbl="revTx" presStyleIdx="1" presStyleCnt="4">
        <dgm:presLayoutVars>
          <dgm:chMax val="0"/>
          <dgm:chPref val="0"/>
        </dgm:presLayoutVars>
      </dgm:prSet>
      <dgm:spPr/>
    </dgm:pt>
    <dgm:pt modelId="{93410E4F-1AF8-4256-8A41-BC463B49F3F7}" type="pres">
      <dgm:prSet presAssocID="{999D3CF8-3575-4483-A763-F4D2D3C85860}" presName="sibTrans" presStyleCnt="0"/>
      <dgm:spPr/>
    </dgm:pt>
    <dgm:pt modelId="{D740CFE1-F70D-4D56-9413-EAAA52A779C7}" type="pres">
      <dgm:prSet presAssocID="{67B59D87-A81C-4EC8-B8A5-416350946D53}" presName="compNode" presStyleCnt="0"/>
      <dgm:spPr/>
    </dgm:pt>
    <dgm:pt modelId="{CE901523-AAB2-43FE-97D9-339073A20AE8}" type="pres">
      <dgm:prSet presAssocID="{67B59D87-A81C-4EC8-B8A5-416350946D53}" presName="bgRect" presStyleLbl="bgShp" presStyleIdx="2" presStyleCnt="4"/>
      <dgm:spPr/>
    </dgm:pt>
    <dgm:pt modelId="{39E4B37C-D06D-4D7D-B379-74FBE72906A3}" type="pres">
      <dgm:prSet presAssocID="{67B59D87-A81C-4EC8-B8A5-416350946D5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4310584-AA3C-4C0C-B009-07BF751F63F1}" type="pres">
      <dgm:prSet presAssocID="{67B59D87-A81C-4EC8-B8A5-416350946D53}" presName="spaceRect" presStyleCnt="0"/>
      <dgm:spPr/>
    </dgm:pt>
    <dgm:pt modelId="{97F79158-2811-49CC-A5A8-789D732B2015}" type="pres">
      <dgm:prSet presAssocID="{67B59D87-A81C-4EC8-B8A5-416350946D53}" presName="parTx" presStyleLbl="revTx" presStyleIdx="2" presStyleCnt="4">
        <dgm:presLayoutVars>
          <dgm:chMax val="0"/>
          <dgm:chPref val="0"/>
        </dgm:presLayoutVars>
      </dgm:prSet>
      <dgm:spPr/>
    </dgm:pt>
    <dgm:pt modelId="{FC0E30A0-6CD9-477D-9EBA-540D2DFB084C}" type="pres">
      <dgm:prSet presAssocID="{904E75AD-6889-44DA-B257-3EF88CF3CB21}" presName="sibTrans" presStyleCnt="0"/>
      <dgm:spPr/>
    </dgm:pt>
    <dgm:pt modelId="{8B8923CC-CD32-4B81-8293-6953B2050FD1}" type="pres">
      <dgm:prSet presAssocID="{D5E8426A-8D00-49F6-A853-8945171DFF04}" presName="compNode" presStyleCnt="0"/>
      <dgm:spPr/>
    </dgm:pt>
    <dgm:pt modelId="{C2902E6F-27E3-4358-878D-100BAAA20061}" type="pres">
      <dgm:prSet presAssocID="{D5E8426A-8D00-49F6-A853-8945171DFF04}" presName="bgRect" presStyleLbl="bgShp" presStyleIdx="3" presStyleCnt="4"/>
      <dgm:spPr/>
    </dgm:pt>
    <dgm:pt modelId="{128439EA-F5A7-49A2-A7BB-2CE921F43113}" type="pres">
      <dgm:prSet presAssocID="{D5E8426A-8D00-49F6-A853-8945171DFF0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FB135CDE-AB67-4332-A922-2AD8377EFF9F}" type="pres">
      <dgm:prSet presAssocID="{D5E8426A-8D00-49F6-A853-8945171DFF04}" presName="spaceRect" presStyleCnt="0"/>
      <dgm:spPr/>
    </dgm:pt>
    <dgm:pt modelId="{898A2DCC-0FEA-4E53-917A-C6D72794167D}" type="pres">
      <dgm:prSet presAssocID="{D5E8426A-8D00-49F6-A853-8945171DFF0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E8FB827-6B68-48E2-958D-3CA4ED144DDF}" srcId="{ECC1E087-EBC2-47EC-B9A5-488B762FF2C6}" destId="{D5E8426A-8D00-49F6-A853-8945171DFF04}" srcOrd="3" destOrd="0" parTransId="{6A523D01-4351-4984-AA40-5780A38E1ED8}" sibTransId="{0E47A462-09AE-42B2-A4CB-4C2C865B1AFA}"/>
    <dgm:cxn modelId="{3350383E-5A11-484A-9A63-DC23720ADF42}" type="presOf" srcId="{D5E8426A-8D00-49F6-A853-8945171DFF04}" destId="{898A2DCC-0FEA-4E53-917A-C6D72794167D}" srcOrd="0" destOrd="0" presId="urn:microsoft.com/office/officeart/2018/2/layout/IconVerticalSolidList"/>
    <dgm:cxn modelId="{AE789669-CE7F-48C3-9A86-2AAB90067FEA}" type="presOf" srcId="{ECC1E087-EBC2-47EC-B9A5-488B762FF2C6}" destId="{4D0D7CD2-E953-4BF1-96BB-58C916C981F0}" srcOrd="0" destOrd="0" presId="urn:microsoft.com/office/officeart/2018/2/layout/IconVerticalSolidList"/>
    <dgm:cxn modelId="{71CF4A58-8804-4627-973F-6B73214E276C}" srcId="{ECC1E087-EBC2-47EC-B9A5-488B762FF2C6}" destId="{11A0090A-DF7D-480E-B590-D20D5CE8432E}" srcOrd="1" destOrd="0" parTransId="{D9866B57-94EC-4F78-B4CB-6A7F6D736DA1}" sibTransId="{999D3CF8-3575-4483-A763-F4D2D3C85860}"/>
    <dgm:cxn modelId="{77B7A784-5A30-4E88-8D02-2CA8B170ADC1}" srcId="{ECC1E087-EBC2-47EC-B9A5-488B762FF2C6}" destId="{35D1B3C0-FF10-4459-86BA-D22E268B7808}" srcOrd="0" destOrd="0" parTransId="{65158C8F-5FDD-499C-A168-DB6646CBEC54}" sibTransId="{F9441B5D-FF8B-4C7E-9D30-B451D617E85D}"/>
    <dgm:cxn modelId="{93A6A49D-CD35-432F-BB22-FA3D24B74C51}" srcId="{ECC1E087-EBC2-47EC-B9A5-488B762FF2C6}" destId="{67B59D87-A81C-4EC8-B8A5-416350946D53}" srcOrd="2" destOrd="0" parTransId="{BA7E7DC1-4040-43FE-B554-FF9F8BD62683}" sibTransId="{904E75AD-6889-44DA-B257-3EF88CF3CB21}"/>
    <dgm:cxn modelId="{A1A909A5-B7E0-4701-AA9F-69A9AC325C2E}" type="presOf" srcId="{11A0090A-DF7D-480E-B590-D20D5CE8432E}" destId="{07B80CC1-9CD7-4775-8D87-4EBB49D01F08}" srcOrd="0" destOrd="0" presId="urn:microsoft.com/office/officeart/2018/2/layout/IconVerticalSolidList"/>
    <dgm:cxn modelId="{EA9F9BB9-799F-45DB-994C-1ADAE719E42C}" type="presOf" srcId="{35D1B3C0-FF10-4459-86BA-D22E268B7808}" destId="{C248A03B-078B-46C8-B960-F20E03B08929}" srcOrd="0" destOrd="0" presId="urn:microsoft.com/office/officeart/2018/2/layout/IconVerticalSolidList"/>
    <dgm:cxn modelId="{6844B6E9-9887-4780-B47F-1BCB11DCB622}" type="presOf" srcId="{67B59D87-A81C-4EC8-B8A5-416350946D53}" destId="{97F79158-2811-49CC-A5A8-789D732B2015}" srcOrd="0" destOrd="0" presId="urn:microsoft.com/office/officeart/2018/2/layout/IconVerticalSolidList"/>
    <dgm:cxn modelId="{8DD67A03-9B7E-4F84-BB33-31DFED8C2EB1}" type="presParOf" srcId="{4D0D7CD2-E953-4BF1-96BB-58C916C981F0}" destId="{D3B1A874-1E2F-4A0F-8D2B-B1F12D82D4DA}" srcOrd="0" destOrd="0" presId="urn:microsoft.com/office/officeart/2018/2/layout/IconVerticalSolidList"/>
    <dgm:cxn modelId="{C0190F4B-0AA6-464E-A1F0-604C7FEC60D7}" type="presParOf" srcId="{D3B1A874-1E2F-4A0F-8D2B-B1F12D82D4DA}" destId="{0B770D71-7B3F-4F1F-BAD9-F9E77D67362D}" srcOrd="0" destOrd="0" presId="urn:microsoft.com/office/officeart/2018/2/layout/IconVerticalSolidList"/>
    <dgm:cxn modelId="{C46FDAEE-8368-4D79-AE88-CB07E1E5B2DA}" type="presParOf" srcId="{D3B1A874-1E2F-4A0F-8D2B-B1F12D82D4DA}" destId="{B37C8F91-AE87-420D-8DDE-44187305FFED}" srcOrd="1" destOrd="0" presId="urn:microsoft.com/office/officeart/2018/2/layout/IconVerticalSolidList"/>
    <dgm:cxn modelId="{2E3120C0-B04F-47C1-ACE9-F5438B6AC31E}" type="presParOf" srcId="{D3B1A874-1E2F-4A0F-8D2B-B1F12D82D4DA}" destId="{4B12FE85-0791-4359-AD57-70FB34CA2645}" srcOrd="2" destOrd="0" presId="urn:microsoft.com/office/officeart/2018/2/layout/IconVerticalSolidList"/>
    <dgm:cxn modelId="{A1595EBB-66BC-4A20-AE70-51E64C61ABA9}" type="presParOf" srcId="{D3B1A874-1E2F-4A0F-8D2B-B1F12D82D4DA}" destId="{C248A03B-078B-46C8-B960-F20E03B08929}" srcOrd="3" destOrd="0" presId="urn:microsoft.com/office/officeart/2018/2/layout/IconVerticalSolidList"/>
    <dgm:cxn modelId="{72A14EF4-A182-4A7C-8865-DE28D7B4A0CB}" type="presParOf" srcId="{4D0D7CD2-E953-4BF1-96BB-58C916C981F0}" destId="{16417E34-272A-4223-AE38-B4B28693D198}" srcOrd="1" destOrd="0" presId="urn:microsoft.com/office/officeart/2018/2/layout/IconVerticalSolidList"/>
    <dgm:cxn modelId="{9B20948A-105A-45AB-90D3-F65EA437F576}" type="presParOf" srcId="{4D0D7CD2-E953-4BF1-96BB-58C916C981F0}" destId="{F7BB07ED-AEC7-44DF-B773-F3B08556633A}" srcOrd="2" destOrd="0" presId="urn:microsoft.com/office/officeart/2018/2/layout/IconVerticalSolidList"/>
    <dgm:cxn modelId="{914C2B28-4D07-4092-8B1A-E91D4E3F526F}" type="presParOf" srcId="{F7BB07ED-AEC7-44DF-B773-F3B08556633A}" destId="{C041CC93-4451-4AD6-87CB-FA5851837313}" srcOrd="0" destOrd="0" presId="urn:microsoft.com/office/officeart/2018/2/layout/IconVerticalSolidList"/>
    <dgm:cxn modelId="{872A93A1-F853-4D81-B334-C510E35D492D}" type="presParOf" srcId="{F7BB07ED-AEC7-44DF-B773-F3B08556633A}" destId="{DE171139-38D1-4A36-A76E-303C4C6145C5}" srcOrd="1" destOrd="0" presId="urn:microsoft.com/office/officeart/2018/2/layout/IconVerticalSolidList"/>
    <dgm:cxn modelId="{4265CCDE-B998-4F50-9D6A-C3D44ABA6B93}" type="presParOf" srcId="{F7BB07ED-AEC7-44DF-B773-F3B08556633A}" destId="{9F2D37A3-C5C6-4044-929D-387AEBEBED67}" srcOrd="2" destOrd="0" presId="urn:microsoft.com/office/officeart/2018/2/layout/IconVerticalSolidList"/>
    <dgm:cxn modelId="{C33DA99B-1AB4-4F06-BC15-EAA9F0EB52F3}" type="presParOf" srcId="{F7BB07ED-AEC7-44DF-B773-F3B08556633A}" destId="{07B80CC1-9CD7-4775-8D87-4EBB49D01F08}" srcOrd="3" destOrd="0" presId="urn:microsoft.com/office/officeart/2018/2/layout/IconVerticalSolidList"/>
    <dgm:cxn modelId="{89D0CDCB-2FF8-4900-A957-0AB5793804E9}" type="presParOf" srcId="{4D0D7CD2-E953-4BF1-96BB-58C916C981F0}" destId="{93410E4F-1AF8-4256-8A41-BC463B49F3F7}" srcOrd="3" destOrd="0" presId="urn:microsoft.com/office/officeart/2018/2/layout/IconVerticalSolidList"/>
    <dgm:cxn modelId="{5FF95FB0-1497-4896-827D-90A8B2677D1A}" type="presParOf" srcId="{4D0D7CD2-E953-4BF1-96BB-58C916C981F0}" destId="{D740CFE1-F70D-4D56-9413-EAAA52A779C7}" srcOrd="4" destOrd="0" presId="urn:microsoft.com/office/officeart/2018/2/layout/IconVerticalSolidList"/>
    <dgm:cxn modelId="{7D30FDA0-CF2A-4315-8FEA-C54EA1639575}" type="presParOf" srcId="{D740CFE1-F70D-4D56-9413-EAAA52A779C7}" destId="{CE901523-AAB2-43FE-97D9-339073A20AE8}" srcOrd="0" destOrd="0" presId="urn:microsoft.com/office/officeart/2018/2/layout/IconVerticalSolidList"/>
    <dgm:cxn modelId="{3833F08D-9D28-41E4-9113-41A9F8A7BCC2}" type="presParOf" srcId="{D740CFE1-F70D-4D56-9413-EAAA52A779C7}" destId="{39E4B37C-D06D-4D7D-B379-74FBE72906A3}" srcOrd="1" destOrd="0" presId="urn:microsoft.com/office/officeart/2018/2/layout/IconVerticalSolidList"/>
    <dgm:cxn modelId="{CCAB7414-3B02-42DE-AC83-0E7FB0A7F840}" type="presParOf" srcId="{D740CFE1-F70D-4D56-9413-EAAA52A779C7}" destId="{54310584-AA3C-4C0C-B009-07BF751F63F1}" srcOrd="2" destOrd="0" presId="urn:microsoft.com/office/officeart/2018/2/layout/IconVerticalSolidList"/>
    <dgm:cxn modelId="{9E8C6682-4D0D-4C1F-8D05-EBB23E370F10}" type="presParOf" srcId="{D740CFE1-F70D-4D56-9413-EAAA52A779C7}" destId="{97F79158-2811-49CC-A5A8-789D732B2015}" srcOrd="3" destOrd="0" presId="urn:microsoft.com/office/officeart/2018/2/layout/IconVerticalSolidList"/>
    <dgm:cxn modelId="{4A7E179B-AC42-4537-8BDB-018D0D6F1997}" type="presParOf" srcId="{4D0D7CD2-E953-4BF1-96BB-58C916C981F0}" destId="{FC0E30A0-6CD9-477D-9EBA-540D2DFB084C}" srcOrd="5" destOrd="0" presId="urn:microsoft.com/office/officeart/2018/2/layout/IconVerticalSolidList"/>
    <dgm:cxn modelId="{D64AE8DE-9304-43E1-B31C-81F8F1CFE0D2}" type="presParOf" srcId="{4D0D7CD2-E953-4BF1-96BB-58C916C981F0}" destId="{8B8923CC-CD32-4B81-8293-6953B2050FD1}" srcOrd="6" destOrd="0" presId="urn:microsoft.com/office/officeart/2018/2/layout/IconVerticalSolidList"/>
    <dgm:cxn modelId="{51F1C784-45D8-4528-9516-DA3EAFC7CAE1}" type="presParOf" srcId="{8B8923CC-CD32-4B81-8293-6953B2050FD1}" destId="{C2902E6F-27E3-4358-878D-100BAAA20061}" srcOrd="0" destOrd="0" presId="urn:microsoft.com/office/officeart/2018/2/layout/IconVerticalSolidList"/>
    <dgm:cxn modelId="{49CB9E07-127E-42FD-A2B3-A193A129B656}" type="presParOf" srcId="{8B8923CC-CD32-4B81-8293-6953B2050FD1}" destId="{128439EA-F5A7-49A2-A7BB-2CE921F43113}" srcOrd="1" destOrd="0" presId="urn:microsoft.com/office/officeart/2018/2/layout/IconVerticalSolidList"/>
    <dgm:cxn modelId="{A4DB6F27-9D22-4250-9974-77D35A6487D2}" type="presParOf" srcId="{8B8923CC-CD32-4B81-8293-6953B2050FD1}" destId="{FB135CDE-AB67-4332-A922-2AD8377EFF9F}" srcOrd="2" destOrd="0" presId="urn:microsoft.com/office/officeart/2018/2/layout/IconVerticalSolidList"/>
    <dgm:cxn modelId="{62DB6128-D0A7-45B6-93EF-1E6207BAE1ED}" type="presParOf" srcId="{8B8923CC-CD32-4B81-8293-6953B2050FD1}" destId="{898A2DCC-0FEA-4E53-917A-C6D7279416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543C42-F22E-4FCC-882E-FFFA6517E28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51D420C-82F3-4A2B-AF98-A0DC7E8F4D7E}">
      <dgm:prSet/>
      <dgm:spPr/>
      <dgm:t>
        <a:bodyPr/>
        <a:lstStyle/>
        <a:p>
          <a:r>
            <a:rPr lang="en-US"/>
            <a:t>Errors</a:t>
          </a:r>
        </a:p>
      </dgm:t>
    </dgm:pt>
    <dgm:pt modelId="{5CBCCCF3-831C-4FFA-B19F-777DEFA34052}" type="parTrans" cxnId="{7E8299D3-4DD8-48B7-AA63-3324511F2BD9}">
      <dgm:prSet/>
      <dgm:spPr/>
      <dgm:t>
        <a:bodyPr/>
        <a:lstStyle/>
        <a:p>
          <a:endParaRPr lang="en-US"/>
        </a:p>
      </dgm:t>
    </dgm:pt>
    <dgm:pt modelId="{0F1734F2-BAD5-49BC-AFB4-2A14FA93201D}" type="sibTrans" cxnId="{7E8299D3-4DD8-48B7-AA63-3324511F2BD9}">
      <dgm:prSet/>
      <dgm:spPr/>
      <dgm:t>
        <a:bodyPr/>
        <a:lstStyle/>
        <a:p>
          <a:endParaRPr lang="en-US"/>
        </a:p>
      </dgm:t>
    </dgm:pt>
    <dgm:pt modelId="{6399421D-5D2A-4779-B817-07982F6A6E37}">
      <dgm:prSet/>
      <dgm:spPr/>
      <dgm:t>
        <a:bodyPr/>
        <a:lstStyle/>
        <a:p>
          <a:r>
            <a:rPr lang="en-US" dirty="0"/>
            <a:t>x/</a:t>
          </a:r>
          <a:r>
            <a:rPr lang="en-US" dirty="0" err="1"/>
            <a:t>errgroup.Group</a:t>
          </a:r>
          <a:endParaRPr lang="en-US" dirty="0"/>
        </a:p>
      </dgm:t>
    </dgm:pt>
    <dgm:pt modelId="{27DC8820-32D6-454B-B8FE-E71D71A173AD}" type="parTrans" cxnId="{F7087E96-B5F9-497D-AF96-99F3C295BA11}">
      <dgm:prSet/>
      <dgm:spPr/>
      <dgm:t>
        <a:bodyPr/>
        <a:lstStyle/>
        <a:p>
          <a:endParaRPr lang="en-US"/>
        </a:p>
      </dgm:t>
    </dgm:pt>
    <dgm:pt modelId="{9FA865FE-CC88-4EB4-841D-64096E7CE0E6}" type="sibTrans" cxnId="{F7087E96-B5F9-497D-AF96-99F3C295BA11}">
      <dgm:prSet/>
      <dgm:spPr/>
      <dgm:t>
        <a:bodyPr/>
        <a:lstStyle/>
        <a:p>
          <a:endParaRPr lang="en-US"/>
        </a:p>
      </dgm:t>
    </dgm:pt>
    <dgm:pt modelId="{FECFA259-1C99-4908-AD8C-2A323B3449E7}">
      <dgm:prSet/>
      <dgm:spPr/>
      <dgm:t>
        <a:bodyPr/>
        <a:lstStyle/>
        <a:p>
          <a:r>
            <a:rPr lang="en-US"/>
            <a:t>Retries</a:t>
          </a:r>
        </a:p>
      </dgm:t>
    </dgm:pt>
    <dgm:pt modelId="{D0917766-37D7-4E4B-93D3-05324D7C1DA1}" type="parTrans" cxnId="{565E910F-2DB5-4E08-9D33-91E1CF15E1B2}">
      <dgm:prSet/>
      <dgm:spPr/>
      <dgm:t>
        <a:bodyPr/>
        <a:lstStyle/>
        <a:p>
          <a:endParaRPr lang="en-US"/>
        </a:p>
      </dgm:t>
    </dgm:pt>
    <dgm:pt modelId="{976A0F1D-FD5A-4FAB-90C4-3CC1CD26A2F1}" type="sibTrans" cxnId="{565E910F-2DB5-4E08-9D33-91E1CF15E1B2}">
      <dgm:prSet/>
      <dgm:spPr/>
      <dgm:t>
        <a:bodyPr/>
        <a:lstStyle/>
        <a:p>
          <a:endParaRPr lang="en-US"/>
        </a:p>
      </dgm:t>
    </dgm:pt>
    <dgm:pt modelId="{FFDA951F-6A19-4373-A640-DB6AA8E87D07}">
      <dgm:prSet/>
      <dgm:spPr/>
      <dgm:t>
        <a:bodyPr/>
        <a:lstStyle/>
        <a:p>
          <a:r>
            <a:rPr lang="en-US"/>
            <a:t>Backoff</a:t>
          </a:r>
        </a:p>
      </dgm:t>
    </dgm:pt>
    <dgm:pt modelId="{45A84AF2-25DD-4500-94D1-74A2C40F894D}" type="parTrans" cxnId="{3BE6DDA1-4B12-4EB2-8E35-8E260B3E4804}">
      <dgm:prSet/>
      <dgm:spPr/>
      <dgm:t>
        <a:bodyPr/>
        <a:lstStyle/>
        <a:p>
          <a:endParaRPr lang="en-US"/>
        </a:p>
      </dgm:t>
    </dgm:pt>
    <dgm:pt modelId="{82C70F5F-49E2-4043-9D90-D5E55DAAA011}" type="sibTrans" cxnId="{3BE6DDA1-4B12-4EB2-8E35-8E260B3E4804}">
      <dgm:prSet/>
      <dgm:spPr/>
      <dgm:t>
        <a:bodyPr/>
        <a:lstStyle/>
        <a:p>
          <a:endParaRPr lang="en-US"/>
        </a:p>
      </dgm:t>
    </dgm:pt>
    <dgm:pt modelId="{E0BE19C8-D7E3-4C95-806A-11551EBE1A0B}">
      <dgm:prSet/>
      <dgm:spPr/>
      <dgm:t>
        <a:bodyPr/>
        <a:lstStyle/>
        <a:p>
          <a:r>
            <a:rPr lang="en-US"/>
            <a:t>Linear </a:t>
          </a:r>
        </a:p>
      </dgm:t>
    </dgm:pt>
    <dgm:pt modelId="{6FF7DB20-486E-448A-9991-6046596E7ECB}" type="parTrans" cxnId="{B08185D8-3283-4018-8EDE-3E99318ADD27}">
      <dgm:prSet/>
      <dgm:spPr/>
      <dgm:t>
        <a:bodyPr/>
        <a:lstStyle/>
        <a:p>
          <a:endParaRPr lang="en-US"/>
        </a:p>
      </dgm:t>
    </dgm:pt>
    <dgm:pt modelId="{00F6D993-7D7E-4333-A971-3CCAC93D9D1D}" type="sibTrans" cxnId="{B08185D8-3283-4018-8EDE-3E99318ADD27}">
      <dgm:prSet/>
      <dgm:spPr/>
      <dgm:t>
        <a:bodyPr/>
        <a:lstStyle/>
        <a:p>
          <a:endParaRPr lang="en-US"/>
        </a:p>
      </dgm:t>
    </dgm:pt>
    <dgm:pt modelId="{DFA0D017-7C2E-4636-9B20-1189A7091E7D}">
      <dgm:prSet/>
      <dgm:spPr/>
      <dgm:t>
        <a:bodyPr/>
        <a:lstStyle/>
        <a:p>
          <a:r>
            <a:rPr lang="en-US"/>
            <a:t>Exponential</a:t>
          </a:r>
        </a:p>
      </dgm:t>
    </dgm:pt>
    <dgm:pt modelId="{4ADAC3E1-8FCF-4D95-9328-1D25D0C8133F}" type="parTrans" cxnId="{AC962091-5CA0-4052-93E1-0FA4AED3CA65}">
      <dgm:prSet/>
      <dgm:spPr/>
      <dgm:t>
        <a:bodyPr/>
        <a:lstStyle/>
        <a:p>
          <a:endParaRPr lang="en-US"/>
        </a:p>
      </dgm:t>
    </dgm:pt>
    <dgm:pt modelId="{0BBE2C3C-FC19-4383-AA87-0E63FA6490C9}" type="sibTrans" cxnId="{AC962091-5CA0-4052-93E1-0FA4AED3CA65}">
      <dgm:prSet/>
      <dgm:spPr/>
      <dgm:t>
        <a:bodyPr/>
        <a:lstStyle/>
        <a:p>
          <a:endParaRPr lang="en-US"/>
        </a:p>
      </dgm:t>
    </dgm:pt>
    <dgm:pt modelId="{C147F37F-19D2-4720-8AA6-FFE90B18C736}">
      <dgm:prSet/>
      <dgm:spPr/>
      <dgm:t>
        <a:bodyPr/>
        <a:lstStyle/>
        <a:p>
          <a:r>
            <a:rPr lang="en-US"/>
            <a:t>Jitter	</a:t>
          </a:r>
        </a:p>
      </dgm:t>
    </dgm:pt>
    <dgm:pt modelId="{89A6E04B-9B2C-424D-B457-53C40C12FDE3}" type="parTrans" cxnId="{91596882-F258-40B3-ABC0-7E323D505CCD}">
      <dgm:prSet/>
      <dgm:spPr/>
      <dgm:t>
        <a:bodyPr/>
        <a:lstStyle/>
        <a:p>
          <a:endParaRPr lang="en-US"/>
        </a:p>
      </dgm:t>
    </dgm:pt>
    <dgm:pt modelId="{D2F605B4-8768-4D7E-BECF-200BD1686489}" type="sibTrans" cxnId="{91596882-F258-40B3-ABC0-7E323D505CCD}">
      <dgm:prSet/>
      <dgm:spPr/>
      <dgm:t>
        <a:bodyPr/>
        <a:lstStyle/>
        <a:p>
          <a:endParaRPr lang="en-US"/>
        </a:p>
      </dgm:t>
    </dgm:pt>
    <dgm:pt modelId="{3D85E15D-9FCB-9048-9C03-F4BB357679E3}" type="pres">
      <dgm:prSet presAssocID="{C9543C42-F22E-4FCC-882E-FFFA6517E28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37E294-3F79-9449-A109-294FC4D48381}" type="pres">
      <dgm:prSet presAssocID="{351D420C-82F3-4A2B-AF98-A0DC7E8F4D7E}" presName="hierRoot1" presStyleCnt="0"/>
      <dgm:spPr/>
    </dgm:pt>
    <dgm:pt modelId="{4EE63151-6D6E-4846-8F6A-195BDBC5AB2A}" type="pres">
      <dgm:prSet presAssocID="{351D420C-82F3-4A2B-AF98-A0DC7E8F4D7E}" presName="composite" presStyleCnt="0"/>
      <dgm:spPr/>
    </dgm:pt>
    <dgm:pt modelId="{C08A86A9-CDF8-9E4D-81C4-8B0C92EC1B23}" type="pres">
      <dgm:prSet presAssocID="{351D420C-82F3-4A2B-AF98-A0DC7E8F4D7E}" presName="background" presStyleLbl="node0" presStyleIdx="0" presStyleCnt="2"/>
      <dgm:spPr/>
    </dgm:pt>
    <dgm:pt modelId="{1499D8E1-3DCC-CA4D-B62B-522E04B7181D}" type="pres">
      <dgm:prSet presAssocID="{351D420C-82F3-4A2B-AF98-A0DC7E8F4D7E}" presName="text" presStyleLbl="fgAcc0" presStyleIdx="0" presStyleCnt="2">
        <dgm:presLayoutVars>
          <dgm:chPref val="3"/>
        </dgm:presLayoutVars>
      </dgm:prSet>
      <dgm:spPr/>
    </dgm:pt>
    <dgm:pt modelId="{5ECF4106-EC29-3A4B-8341-D28A00150093}" type="pres">
      <dgm:prSet presAssocID="{351D420C-82F3-4A2B-AF98-A0DC7E8F4D7E}" presName="hierChild2" presStyleCnt="0"/>
      <dgm:spPr/>
    </dgm:pt>
    <dgm:pt modelId="{77BE8094-586E-D042-A465-631CEB099CB7}" type="pres">
      <dgm:prSet presAssocID="{27DC8820-32D6-454B-B8FE-E71D71A173AD}" presName="Name10" presStyleLbl="parChTrans1D2" presStyleIdx="0" presStyleCnt="2"/>
      <dgm:spPr/>
    </dgm:pt>
    <dgm:pt modelId="{1EC77399-6F2E-244D-9839-49DA1241A5CB}" type="pres">
      <dgm:prSet presAssocID="{6399421D-5D2A-4779-B817-07982F6A6E37}" presName="hierRoot2" presStyleCnt="0"/>
      <dgm:spPr/>
    </dgm:pt>
    <dgm:pt modelId="{B42C4018-3D33-1A44-9331-54A4BA37EEC0}" type="pres">
      <dgm:prSet presAssocID="{6399421D-5D2A-4779-B817-07982F6A6E37}" presName="composite2" presStyleCnt="0"/>
      <dgm:spPr/>
    </dgm:pt>
    <dgm:pt modelId="{D2A6BEE1-B371-4F42-8E2B-D06970E9E78E}" type="pres">
      <dgm:prSet presAssocID="{6399421D-5D2A-4779-B817-07982F6A6E37}" presName="background2" presStyleLbl="node2" presStyleIdx="0" presStyleCnt="2"/>
      <dgm:spPr/>
    </dgm:pt>
    <dgm:pt modelId="{751B26F0-D04D-EC43-A2E7-A5EBCB684FB6}" type="pres">
      <dgm:prSet presAssocID="{6399421D-5D2A-4779-B817-07982F6A6E37}" presName="text2" presStyleLbl="fgAcc2" presStyleIdx="0" presStyleCnt="2">
        <dgm:presLayoutVars>
          <dgm:chPref val="3"/>
        </dgm:presLayoutVars>
      </dgm:prSet>
      <dgm:spPr/>
    </dgm:pt>
    <dgm:pt modelId="{4CAD2D8B-EB20-B147-AC8C-32934BAF729D}" type="pres">
      <dgm:prSet presAssocID="{6399421D-5D2A-4779-B817-07982F6A6E37}" presName="hierChild3" presStyleCnt="0"/>
      <dgm:spPr/>
    </dgm:pt>
    <dgm:pt modelId="{BDB6A87F-6ED4-0D4A-BD40-890E093F3040}" type="pres">
      <dgm:prSet presAssocID="{FECFA259-1C99-4908-AD8C-2A323B3449E7}" presName="hierRoot1" presStyleCnt="0"/>
      <dgm:spPr/>
    </dgm:pt>
    <dgm:pt modelId="{13989B23-E57D-714E-A278-CE82C4B020F0}" type="pres">
      <dgm:prSet presAssocID="{FECFA259-1C99-4908-AD8C-2A323B3449E7}" presName="composite" presStyleCnt="0"/>
      <dgm:spPr/>
    </dgm:pt>
    <dgm:pt modelId="{C464DDF2-48F7-4741-B073-AC3DF9CEA523}" type="pres">
      <dgm:prSet presAssocID="{FECFA259-1C99-4908-AD8C-2A323B3449E7}" presName="background" presStyleLbl="node0" presStyleIdx="1" presStyleCnt="2"/>
      <dgm:spPr/>
    </dgm:pt>
    <dgm:pt modelId="{E79CCA78-C5DD-6E46-B4A9-BDA7E7C98500}" type="pres">
      <dgm:prSet presAssocID="{FECFA259-1C99-4908-AD8C-2A323B3449E7}" presName="text" presStyleLbl="fgAcc0" presStyleIdx="1" presStyleCnt="2">
        <dgm:presLayoutVars>
          <dgm:chPref val="3"/>
        </dgm:presLayoutVars>
      </dgm:prSet>
      <dgm:spPr/>
    </dgm:pt>
    <dgm:pt modelId="{66C408B7-9A49-5C45-AEA1-DF36BEED45D5}" type="pres">
      <dgm:prSet presAssocID="{FECFA259-1C99-4908-AD8C-2A323B3449E7}" presName="hierChild2" presStyleCnt="0"/>
      <dgm:spPr/>
    </dgm:pt>
    <dgm:pt modelId="{F3AF8D52-2361-234B-8DB3-1B7D06E58061}" type="pres">
      <dgm:prSet presAssocID="{45A84AF2-25DD-4500-94D1-74A2C40F894D}" presName="Name10" presStyleLbl="parChTrans1D2" presStyleIdx="1" presStyleCnt="2"/>
      <dgm:spPr/>
    </dgm:pt>
    <dgm:pt modelId="{F670CB52-5610-5848-9420-02AAC195D9CB}" type="pres">
      <dgm:prSet presAssocID="{FFDA951F-6A19-4373-A640-DB6AA8E87D07}" presName="hierRoot2" presStyleCnt="0"/>
      <dgm:spPr/>
    </dgm:pt>
    <dgm:pt modelId="{FAA219D6-7350-E24B-9E48-B403083717F6}" type="pres">
      <dgm:prSet presAssocID="{FFDA951F-6A19-4373-A640-DB6AA8E87D07}" presName="composite2" presStyleCnt="0"/>
      <dgm:spPr/>
    </dgm:pt>
    <dgm:pt modelId="{3780AFD5-A42F-A843-AEF6-502684B16CB8}" type="pres">
      <dgm:prSet presAssocID="{FFDA951F-6A19-4373-A640-DB6AA8E87D07}" presName="background2" presStyleLbl="node2" presStyleIdx="1" presStyleCnt="2"/>
      <dgm:spPr/>
    </dgm:pt>
    <dgm:pt modelId="{312CA3D9-0C1C-2A4E-B736-8454558D7F6C}" type="pres">
      <dgm:prSet presAssocID="{FFDA951F-6A19-4373-A640-DB6AA8E87D07}" presName="text2" presStyleLbl="fgAcc2" presStyleIdx="1" presStyleCnt="2">
        <dgm:presLayoutVars>
          <dgm:chPref val="3"/>
        </dgm:presLayoutVars>
      </dgm:prSet>
      <dgm:spPr/>
    </dgm:pt>
    <dgm:pt modelId="{28E4D5F2-DD03-7141-AC8E-B6C7A09A0C71}" type="pres">
      <dgm:prSet presAssocID="{FFDA951F-6A19-4373-A640-DB6AA8E87D07}" presName="hierChild3" presStyleCnt="0"/>
      <dgm:spPr/>
    </dgm:pt>
    <dgm:pt modelId="{462CD0B1-CF9E-0B49-8597-63EC555743B3}" type="pres">
      <dgm:prSet presAssocID="{6FF7DB20-486E-448A-9991-6046596E7ECB}" presName="Name17" presStyleLbl="parChTrans1D3" presStyleIdx="0" presStyleCnt="2"/>
      <dgm:spPr/>
    </dgm:pt>
    <dgm:pt modelId="{760AB0CB-6EC8-DD4F-A223-4DCA5B72EC65}" type="pres">
      <dgm:prSet presAssocID="{E0BE19C8-D7E3-4C95-806A-11551EBE1A0B}" presName="hierRoot3" presStyleCnt="0"/>
      <dgm:spPr/>
    </dgm:pt>
    <dgm:pt modelId="{926FFD8E-DE1E-3849-AEF3-E31DA2E6FACD}" type="pres">
      <dgm:prSet presAssocID="{E0BE19C8-D7E3-4C95-806A-11551EBE1A0B}" presName="composite3" presStyleCnt="0"/>
      <dgm:spPr/>
    </dgm:pt>
    <dgm:pt modelId="{562D6EC4-EF8E-374E-946E-D4E41D20C1E5}" type="pres">
      <dgm:prSet presAssocID="{E0BE19C8-D7E3-4C95-806A-11551EBE1A0B}" presName="background3" presStyleLbl="node3" presStyleIdx="0" presStyleCnt="2"/>
      <dgm:spPr/>
    </dgm:pt>
    <dgm:pt modelId="{C5737A58-A777-5349-890E-622B57C53F53}" type="pres">
      <dgm:prSet presAssocID="{E0BE19C8-D7E3-4C95-806A-11551EBE1A0B}" presName="text3" presStyleLbl="fgAcc3" presStyleIdx="0" presStyleCnt="2">
        <dgm:presLayoutVars>
          <dgm:chPref val="3"/>
        </dgm:presLayoutVars>
      </dgm:prSet>
      <dgm:spPr/>
    </dgm:pt>
    <dgm:pt modelId="{AAB5F440-5D96-F245-8EB4-30DB833BEF64}" type="pres">
      <dgm:prSet presAssocID="{E0BE19C8-D7E3-4C95-806A-11551EBE1A0B}" presName="hierChild4" presStyleCnt="0"/>
      <dgm:spPr/>
    </dgm:pt>
    <dgm:pt modelId="{219F821B-E05C-9C42-A8E4-D032272674BC}" type="pres">
      <dgm:prSet presAssocID="{4ADAC3E1-8FCF-4D95-9328-1D25D0C8133F}" presName="Name17" presStyleLbl="parChTrans1D3" presStyleIdx="1" presStyleCnt="2"/>
      <dgm:spPr/>
    </dgm:pt>
    <dgm:pt modelId="{844640E7-6BA2-E549-AC71-6044B34BF71C}" type="pres">
      <dgm:prSet presAssocID="{DFA0D017-7C2E-4636-9B20-1189A7091E7D}" presName="hierRoot3" presStyleCnt="0"/>
      <dgm:spPr/>
    </dgm:pt>
    <dgm:pt modelId="{1A99CF8B-CCB7-D743-8FBF-B5E0375CA688}" type="pres">
      <dgm:prSet presAssocID="{DFA0D017-7C2E-4636-9B20-1189A7091E7D}" presName="composite3" presStyleCnt="0"/>
      <dgm:spPr/>
    </dgm:pt>
    <dgm:pt modelId="{FAF2B08C-5990-A74D-B624-278975BE695C}" type="pres">
      <dgm:prSet presAssocID="{DFA0D017-7C2E-4636-9B20-1189A7091E7D}" presName="background3" presStyleLbl="node3" presStyleIdx="1" presStyleCnt="2"/>
      <dgm:spPr/>
    </dgm:pt>
    <dgm:pt modelId="{49A16415-27B3-B649-BB25-3640FB5F5287}" type="pres">
      <dgm:prSet presAssocID="{DFA0D017-7C2E-4636-9B20-1189A7091E7D}" presName="text3" presStyleLbl="fgAcc3" presStyleIdx="1" presStyleCnt="2">
        <dgm:presLayoutVars>
          <dgm:chPref val="3"/>
        </dgm:presLayoutVars>
      </dgm:prSet>
      <dgm:spPr/>
    </dgm:pt>
    <dgm:pt modelId="{4700522A-10D2-2941-BD8E-82FE9D62F2FB}" type="pres">
      <dgm:prSet presAssocID="{DFA0D017-7C2E-4636-9B20-1189A7091E7D}" presName="hierChild4" presStyleCnt="0"/>
      <dgm:spPr/>
    </dgm:pt>
    <dgm:pt modelId="{00518F30-8E3B-4E4B-84D6-64C92225BCF9}" type="pres">
      <dgm:prSet presAssocID="{89A6E04B-9B2C-424D-B457-53C40C12FDE3}" presName="Name23" presStyleLbl="parChTrans1D4" presStyleIdx="0" presStyleCnt="1"/>
      <dgm:spPr/>
    </dgm:pt>
    <dgm:pt modelId="{1B9E3DA9-8826-DC45-B1EF-CFC5DBB1385A}" type="pres">
      <dgm:prSet presAssocID="{C147F37F-19D2-4720-8AA6-FFE90B18C736}" presName="hierRoot4" presStyleCnt="0"/>
      <dgm:spPr/>
    </dgm:pt>
    <dgm:pt modelId="{04407D2B-C461-534A-A3E0-9CC2E688C9A5}" type="pres">
      <dgm:prSet presAssocID="{C147F37F-19D2-4720-8AA6-FFE90B18C736}" presName="composite4" presStyleCnt="0"/>
      <dgm:spPr/>
    </dgm:pt>
    <dgm:pt modelId="{5FD08952-3B4A-7A4A-8EE6-C09FF899EFC5}" type="pres">
      <dgm:prSet presAssocID="{C147F37F-19D2-4720-8AA6-FFE90B18C736}" presName="background4" presStyleLbl="node4" presStyleIdx="0" presStyleCnt="1"/>
      <dgm:spPr/>
    </dgm:pt>
    <dgm:pt modelId="{7126A09E-5E5C-6244-B91D-3C60031ED7AA}" type="pres">
      <dgm:prSet presAssocID="{C147F37F-19D2-4720-8AA6-FFE90B18C736}" presName="text4" presStyleLbl="fgAcc4" presStyleIdx="0" presStyleCnt="1">
        <dgm:presLayoutVars>
          <dgm:chPref val="3"/>
        </dgm:presLayoutVars>
      </dgm:prSet>
      <dgm:spPr/>
    </dgm:pt>
    <dgm:pt modelId="{4BA71315-9C7D-5849-AFB8-57AAC13E2A84}" type="pres">
      <dgm:prSet presAssocID="{C147F37F-19D2-4720-8AA6-FFE90B18C736}" presName="hierChild5" presStyleCnt="0"/>
      <dgm:spPr/>
    </dgm:pt>
  </dgm:ptLst>
  <dgm:cxnLst>
    <dgm:cxn modelId="{565E910F-2DB5-4E08-9D33-91E1CF15E1B2}" srcId="{C9543C42-F22E-4FCC-882E-FFFA6517E288}" destId="{FECFA259-1C99-4908-AD8C-2A323B3449E7}" srcOrd="1" destOrd="0" parTransId="{D0917766-37D7-4E4B-93D3-05324D7C1DA1}" sibTransId="{976A0F1D-FD5A-4FAB-90C4-3CC1CD26A2F1}"/>
    <dgm:cxn modelId="{A114E722-290D-8744-847C-8D891852FAAE}" type="presOf" srcId="{4ADAC3E1-8FCF-4D95-9328-1D25D0C8133F}" destId="{219F821B-E05C-9C42-A8E4-D032272674BC}" srcOrd="0" destOrd="0" presId="urn:microsoft.com/office/officeart/2005/8/layout/hierarchy1"/>
    <dgm:cxn modelId="{94DA5029-4C80-EC45-A10F-E11F148E9BC3}" type="presOf" srcId="{89A6E04B-9B2C-424D-B457-53C40C12FDE3}" destId="{00518F30-8E3B-4E4B-84D6-64C92225BCF9}" srcOrd="0" destOrd="0" presId="urn:microsoft.com/office/officeart/2005/8/layout/hierarchy1"/>
    <dgm:cxn modelId="{D5F42134-D448-B646-A086-827829D11B3A}" type="presOf" srcId="{C9543C42-F22E-4FCC-882E-FFFA6517E288}" destId="{3D85E15D-9FCB-9048-9C03-F4BB357679E3}" srcOrd="0" destOrd="0" presId="urn:microsoft.com/office/officeart/2005/8/layout/hierarchy1"/>
    <dgm:cxn modelId="{8C466845-245F-6545-9C3F-69698272D338}" type="presOf" srcId="{6399421D-5D2A-4779-B817-07982F6A6E37}" destId="{751B26F0-D04D-EC43-A2E7-A5EBCB684FB6}" srcOrd="0" destOrd="0" presId="urn:microsoft.com/office/officeart/2005/8/layout/hierarchy1"/>
    <dgm:cxn modelId="{20A2EE4B-AC5B-6945-AD87-C00EC7DB3D66}" type="presOf" srcId="{FFDA951F-6A19-4373-A640-DB6AA8E87D07}" destId="{312CA3D9-0C1C-2A4E-B736-8454558D7F6C}" srcOrd="0" destOrd="0" presId="urn:microsoft.com/office/officeart/2005/8/layout/hierarchy1"/>
    <dgm:cxn modelId="{DD20FD54-766D-0F42-A269-86ACC8970420}" type="presOf" srcId="{DFA0D017-7C2E-4636-9B20-1189A7091E7D}" destId="{49A16415-27B3-B649-BB25-3640FB5F5287}" srcOrd="0" destOrd="0" presId="urn:microsoft.com/office/officeart/2005/8/layout/hierarchy1"/>
    <dgm:cxn modelId="{91596882-F258-40B3-ABC0-7E323D505CCD}" srcId="{DFA0D017-7C2E-4636-9B20-1189A7091E7D}" destId="{C147F37F-19D2-4720-8AA6-FFE90B18C736}" srcOrd="0" destOrd="0" parTransId="{89A6E04B-9B2C-424D-B457-53C40C12FDE3}" sibTransId="{D2F605B4-8768-4D7E-BECF-200BD1686489}"/>
    <dgm:cxn modelId="{AC962091-5CA0-4052-93E1-0FA4AED3CA65}" srcId="{FFDA951F-6A19-4373-A640-DB6AA8E87D07}" destId="{DFA0D017-7C2E-4636-9B20-1189A7091E7D}" srcOrd="1" destOrd="0" parTransId="{4ADAC3E1-8FCF-4D95-9328-1D25D0C8133F}" sibTransId="{0BBE2C3C-FC19-4383-AA87-0E63FA6490C9}"/>
    <dgm:cxn modelId="{F7087E96-B5F9-497D-AF96-99F3C295BA11}" srcId="{351D420C-82F3-4A2B-AF98-A0DC7E8F4D7E}" destId="{6399421D-5D2A-4779-B817-07982F6A6E37}" srcOrd="0" destOrd="0" parTransId="{27DC8820-32D6-454B-B8FE-E71D71A173AD}" sibTransId="{9FA865FE-CC88-4EB4-841D-64096E7CE0E6}"/>
    <dgm:cxn modelId="{052ACD9A-C648-E945-935A-5C59BE0C29A6}" type="presOf" srcId="{45A84AF2-25DD-4500-94D1-74A2C40F894D}" destId="{F3AF8D52-2361-234B-8DB3-1B7D06E58061}" srcOrd="0" destOrd="0" presId="urn:microsoft.com/office/officeart/2005/8/layout/hierarchy1"/>
    <dgm:cxn modelId="{3BE6DDA1-4B12-4EB2-8E35-8E260B3E4804}" srcId="{FECFA259-1C99-4908-AD8C-2A323B3449E7}" destId="{FFDA951F-6A19-4373-A640-DB6AA8E87D07}" srcOrd="0" destOrd="0" parTransId="{45A84AF2-25DD-4500-94D1-74A2C40F894D}" sibTransId="{82C70F5F-49E2-4043-9D90-D5E55DAAA011}"/>
    <dgm:cxn modelId="{DC9B9BA5-9285-D649-A284-DF2E7692E314}" type="presOf" srcId="{FECFA259-1C99-4908-AD8C-2A323B3449E7}" destId="{E79CCA78-C5DD-6E46-B4A9-BDA7E7C98500}" srcOrd="0" destOrd="0" presId="urn:microsoft.com/office/officeart/2005/8/layout/hierarchy1"/>
    <dgm:cxn modelId="{608545AC-57E6-5648-9667-5791ED2AC6E4}" type="presOf" srcId="{E0BE19C8-D7E3-4C95-806A-11551EBE1A0B}" destId="{C5737A58-A777-5349-890E-622B57C53F53}" srcOrd="0" destOrd="0" presId="urn:microsoft.com/office/officeart/2005/8/layout/hierarchy1"/>
    <dgm:cxn modelId="{C99EDFCC-0F6E-C445-9B77-D9B341AF6E8D}" type="presOf" srcId="{6FF7DB20-486E-448A-9991-6046596E7ECB}" destId="{462CD0B1-CF9E-0B49-8597-63EC555743B3}" srcOrd="0" destOrd="0" presId="urn:microsoft.com/office/officeart/2005/8/layout/hierarchy1"/>
    <dgm:cxn modelId="{7E8299D3-4DD8-48B7-AA63-3324511F2BD9}" srcId="{C9543C42-F22E-4FCC-882E-FFFA6517E288}" destId="{351D420C-82F3-4A2B-AF98-A0DC7E8F4D7E}" srcOrd="0" destOrd="0" parTransId="{5CBCCCF3-831C-4FFA-B19F-777DEFA34052}" sibTransId="{0F1734F2-BAD5-49BC-AFB4-2A14FA93201D}"/>
    <dgm:cxn modelId="{B08185D8-3283-4018-8EDE-3E99318ADD27}" srcId="{FFDA951F-6A19-4373-A640-DB6AA8E87D07}" destId="{E0BE19C8-D7E3-4C95-806A-11551EBE1A0B}" srcOrd="0" destOrd="0" parTransId="{6FF7DB20-486E-448A-9991-6046596E7ECB}" sibTransId="{00F6D993-7D7E-4333-A971-3CCAC93D9D1D}"/>
    <dgm:cxn modelId="{EA076BDB-D995-8946-AA05-C1205CB27D74}" type="presOf" srcId="{351D420C-82F3-4A2B-AF98-A0DC7E8F4D7E}" destId="{1499D8E1-3DCC-CA4D-B62B-522E04B7181D}" srcOrd="0" destOrd="0" presId="urn:microsoft.com/office/officeart/2005/8/layout/hierarchy1"/>
    <dgm:cxn modelId="{2380F1E1-6433-B641-B703-0F08E0835CDD}" type="presOf" srcId="{27DC8820-32D6-454B-B8FE-E71D71A173AD}" destId="{77BE8094-586E-D042-A465-631CEB099CB7}" srcOrd="0" destOrd="0" presId="urn:microsoft.com/office/officeart/2005/8/layout/hierarchy1"/>
    <dgm:cxn modelId="{EDE4ABF2-B462-154A-897C-613745F89E69}" type="presOf" srcId="{C147F37F-19D2-4720-8AA6-FFE90B18C736}" destId="{7126A09E-5E5C-6244-B91D-3C60031ED7AA}" srcOrd="0" destOrd="0" presId="urn:microsoft.com/office/officeart/2005/8/layout/hierarchy1"/>
    <dgm:cxn modelId="{46460D38-C3E7-5A49-8BFB-9DADBA5B7E63}" type="presParOf" srcId="{3D85E15D-9FCB-9048-9C03-F4BB357679E3}" destId="{8237E294-3F79-9449-A109-294FC4D48381}" srcOrd="0" destOrd="0" presId="urn:microsoft.com/office/officeart/2005/8/layout/hierarchy1"/>
    <dgm:cxn modelId="{842EC97F-3C4D-E04D-9DFD-E9EFE3F0F371}" type="presParOf" srcId="{8237E294-3F79-9449-A109-294FC4D48381}" destId="{4EE63151-6D6E-4846-8F6A-195BDBC5AB2A}" srcOrd="0" destOrd="0" presId="urn:microsoft.com/office/officeart/2005/8/layout/hierarchy1"/>
    <dgm:cxn modelId="{926E4EBC-B33E-2F42-AE03-479B2ADD607D}" type="presParOf" srcId="{4EE63151-6D6E-4846-8F6A-195BDBC5AB2A}" destId="{C08A86A9-CDF8-9E4D-81C4-8B0C92EC1B23}" srcOrd="0" destOrd="0" presId="urn:microsoft.com/office/officeart/2005/8/layout/hierarchy1"/>
    <dgm:cxn modelId="{333445BC-921A-A54E-8D61-9C6A97CCD9C9}" type="presParOf" srcId="{4EE63151-6D6E-4846-8F6A-195BDBC5AB2A}" destId="{1499D8E1-3DCC-CA4D-B62B-522E04B7181D}" srcOrd="1" destOrd="0" presId="urn:microsoft.com/office/officeart/2005/8/layout/hierarchy1"/>
    <dgm:cxn modelId="{47231BBC-BC73-A440-9A17-C92AEAE14905}" type="presParOf" srcId="{8237E294-3F79-9449-A109-294FC4D48381}" destId="{5ECF4106-EC29-3A4B-8341-D28A00150093}" srcOrd="1" destOrd="0" presId="urn:microsoft.com/office/officeart/2005/8/layout/hierarchy1"/>
    <dgm:cxn modelId="{5D4A5F00-97EA-0545-A793-7FF757BEA75A}" type="presParOf" srcId="{5ECF4106-EC29-3A4B-8341-D28A00150093}" destId="{77BE8094-586E-D042-A465-631CEB099CB7}" srcOrd="0" destOrd="0" presId="urn:microsoft.com/office/officeart/2005/8/layout/hierarchy1"/>
    <dgm:cxn modelId="{C8885B17-4512-9A43-96AE-D5155AF628FA}" type="presParOf" srcId="{5ECF4106-EC29-3A4B-8341-D28A00150093}" destId="{1EC77399-6F2E-244D-9839-49DA1241A5CB}" srcOrd="1" destOrd="0" presId="urn:microsoft.com/office/officeart/2005/8/layout/hierarchy1"/>
    <dgm:cxn modelId="{F78EF1C0-8969-DC43-994B-58C18CD75EE2}" type="presParOf" srcId="{1EC77399-6F2E-244D-9839-49DA1241A5CB}" destId="{B42C4018-3D33-1A44-9331-54A4BA37EEC0}" srcOrd="0" destOrd="0" presId="urn:microsoft.com/office/officeart/2005/8/layout/hierarchy1"/>
    <dgm:cxn modelId="{66BAA555-D0F8-D24B-AFA2-BEEE688D1E02}" type="presParOf" srcId="{B42C4018-3D33-1A44-9331-54A4BA37EEC0}" destId="{D2A6BEE1-B371-4F42-8E2B-D06970E9E78E}" srcOrd="0" destOrd="0" presId="urn:microsoft.com/office/officeart/2005/8/layout/hierarchy1"/>
    <dgm:cxn modelId="{3CF95648-65D7-F548-B0FF-74A4C55B55DF}" type="presParOf" srcId="{B42C4018-3D33-1A44-9331-54A4BA37EEC0}" destId="{751B26F0-D04D-EC43-A2E7-A5EBCB684FB6}" srcOrd="1" destOrd="0" presId="urn:microsoft.com/office/officeart/2005/8/layout/hierarchy1"/>
    <dgm:cxn modelId="{64B7CF35-0AF9-1A49-A851-57B293B58D21}" type="presParOf" srcId="{1EC77399-6F2E-244D-9839-49DA1241A5CB}" destId="{4CAD2D8B-EB20-B147-AC8C-32934BAF729D}" srcOrd="1" destOrd="0" presId="urn:microsoft.com/office/officeart/2005/8/layout/hierarchy1"/>
    <dgm:cxn modelId="{D95E9710-8883-B540-B8A3-E101D1CF010A}" type="presParOf" srcId="{3D85E15D-9FCB-9048-9C03-F4BB357679E3}" destId="{BDB6A87F-6ED4-0D4A-BD40-890E093F3040}" srcOrd="1" destOrd="0" presId="urn:microsoft.com/office/officeart/2005/8/layout/hierarchy1"/>
    <dgm:cxn modelId="{9B358FA8-8A95-6845-A0A5-0519DE2C0118}" type="presParOf" srcId="{BDB6A87F-6ED4-0D4A-BD40-890E093F3040}" destId="{13989B23-E57D-714E-A278-CE82C4B020F0}" srcOrd="0" destOrd="0" presId="urn:microsoft.com/office/officeart/2005/8/layout/hierarchy1"/>
    <dgm:cxn modelId="{143623CD-1F91-0E41-B95C-87290094B1D4}" type="presParOf" srcId="{13989B23-E57D-714E-A278-CE82C4B020F0}" destId="{C464DDF2-48F7-4741-B073-AC3DF9CEA523}" srcOrd="0" destOrd="0" presId="urn:microsoft.com/office/officeart/2005/8/layout/hierarchy1"/>
    <dgm:cxn modelId="{75044B1C-E391-7A4E-B255-E3AFCCA9FBCB}" type="presParOf" srcId="{13989B23-E57D-714E-A278-CE82C4B020F0}" destId="{E79CCA78-C5DD-6E46-B4A9-BDA7E7C98500}" srcOrd="1" destOrd="0" presId="urn:microsoft.com/office/officeart/2005/8/layout/hierarchy1"/>
    <dgm:cxn modelId="{88FEDE39-0254-8247-8FA3-E452F03ECFDA}" type="presParOf" srcId="{BDB6A87F-6ED4-0D4A-BD40-890E093F3040}" destId="{66C408B7-9A49-5C45-AEA1-DF36BEED45D5}" srcOrd="1" destOrd="0" presId="urn:microsoft.com/office/officeart/2005/8/layout/hierarchy1"/>
    <dgm:cxn modelId="{997DE2A8-2E63-4F4E-984D-8C977B130474}" type="presParOf" srcId="{66C408B7-9A49-5C45-AEA1-DF36BEED45D5}" destId="{F3AF8D52-2361-234B-8DB3-1B7D06E58061}" srcOrd="0" destOrd="0" presId="urn:microsoft.com/office/officeart/2005/8/layout/hierarchy1"/>
    <dgm:cxn modelId="{339D3A9B-C51F-C14F-9109-DF4F646E0BF0}" type="presParOf" srcId="{66C408B7-9A49-5C45-AEA1-DF36BEED45D5}" destId="{F670CB52-5610-5848-9420-02AAC195D9CB}" srcOrd="1" destOrd="0" presId="urn:microsoft.com/office/officeart/2005/8/layout/hierarchy1"/>
    <dgm:cxn modelId="{2F7675BE-2065-9D40-A98B-42AAD0A824CE}" type="presParOf" srcId="{F670CB52-5610-5848-9420-02AAC195D9CB}" destId="{FAA219D6-7350-E24B-9E48-B403083717F6}" srcOrd="0" destOrd="0" presId="urn:microsoft.com/office/officeart/2005/8/layout/hierarchy1"/>
    <dgm:cxn modelId="{DEFB0D4B-9D06-3F43-8C5A-A349BCCFEBC2}" type="presParOf" srcId="{FAA219D6-7350-E24B-9E48-B403083717F6}" destId="{3780AFD5-A42F-A843-AEF6-502684B16CB8}" srcOrd="0" destOrd="0" presId="urn:microsoft.com/office/officeart/2005/8/layout/hierarchy1"/>
    <dgm:cxn modelId="{E61DC3B1-1EE8-A744-99A5-6E1595685B77}" type="presParOf" srcId="{FAA219D6-7350-E24B-9E48-B403083717F6}" destId="{312CA3D9-0C1C-2A4E-B736-8454558D7F6C}" srcOrd="1" destOrd="0" presId="urn:microsoft.com/office/officeart/2005/8/layout/hierarchy1"/>
    <dgm:cxn modelId="{9CD607B6-4E75-5140-ADA2-6225DB126D4D}" type="presParOf" srcId="{F670CB52-5610-5848-9420-02AAC195D9CB}" destId="{28E4D5F2-DD03-7141-AC8E-B6C7A09A0C71}" srcOrd="1" destOrd="0" presId="urn:microsoft.com/office/officeart/2005/8/layout/hierarchy1"/>
    <dgm:cxn modelId="{7117C34C-E53E-D441-A68B-95DBE7C756F1}" type="presParOf" srcId="{28E4D5F2-DD03-7141-AC8E-B6C7A09A0C71}" destId="{462CD0B1-CF9E-0B49-8597-63EC555743B3}" srcOrd="0" destOrd="0" presId="urn:microsoft.com/office/officeart/2005/8/layout/hierarchy1"/>
    <dgm:cxn modelId="{0D9A14A8-B6FE-3349-B673-9991B61865DC}" type="presParOf" srcId="{28E4D5F2-DD03-7141-AC8E-B6C7A09A0C71}" destId="{760AB0CB-6EC8-DD4F-A223-4DCA5B72EC65}" srcOrd="1" destOrd="0" presId="urn:microsoft.com/office/officeart/2005/8/layout/hierarchy1"/>
    <dgm:cxn modelId="{C4222024-AB05-8C4A-9295-ADD128B8B619}" type="presParOf" srcId="{760AB0CB-6EC8-DD4F-A223-4DCA5B72EC65}" destId="{926FFD8E-DE1E-3849-AEF3-E31DA2E6FACD}" srcOrd="0" destOrd="0" presId="urn:microsoft.com/office/officeart/2005/8/layout/hierarchy1"/>
    <dgm:cxn modelId="{85D29ECF-09F4-ED4F-BA05-261D9522A7CB}" type="presParOf" srcId="{926FFD8E-DE1E-3849-AEF3-E31DA2E6FACD}" destId="{562D6EC4-EF8E-374E-946E-D4E41D20C1E5}" srcOrd="0" destOrd="0" presId="urn:microsoft.com/office/officeart/2005/8/layout/hierarchy1"/>
    <dgm:cxn modelId="{AEEEDAA1-4AFD-E046-9971-BC344B5F5780}" type="presParOf" srcId="{926FFD8E-DE1E-3849-AEF3-E31DA2E6FACD}" destId="{C5737A58-A777-5349-890E-622B57C53F53}" srcOrd="1" destOrd="0" presId="urn:microsoft.com/office/officeart/2005/8/layout/hierarchy1"/>
    <dgm:cxn modelId="{FFE73338-7310-CB44-A7EA-0777F225BC4B}" type="presParOf" srcId="{760AB0CB-6EC8-DD4F-A223-4DCA5B72EC65}" destId="{AAB5F440-5D96-F245-8EB4-30DB833BEF64}" srcOrd="1" destOrd="0" presId="urn:microsoft.com/office/officeart/2005/8/layout/hierarchy1"/>
    <dgm:cxn modelId="{BEFACB99-307D-4F47-A5D0-3A0D87B7AA39}" type="presParOf" srcId="{28E4D5F2-DD03-7141-AC8E-B6C7A09A0C71}" destId="{219F821B-E05C-9C42-A8E4-D032272674BC}" srcOrd="2" destOrd="0" presId="urn:microsoft.com/office/officeart/2005/8/layout/hierarchy1"/>
    <dgm:cxn modelId="{1197A002-79A1-FB48-9106-70D5FD415549}" type="presParOf" srcId="{28E4D5F2-DD03-7141-AC8E-B6C7A09A0C71}" destId="{844640E7-6BA2-E549-AC71-6044B34BF71C}" srcOrd="3" destOrd="0" presId="urn:microsoft.com/office/officeart/2005/8/layout/hierarchy1"/>
    <dgm:cxn modelId="{EDF293AE-8B87-FE46-BAC2-608F36B4143D}" type="presParOf" srcId="{844640E7-6BA2-E549-AC71-6044B34BF71C}" destId="{1A99CF8B-CCB7-D743-8FBF-B5E0375CA688}" srcOrd="0" destOrd="0" presId="urn:microsoft.com/office/officeart/2005/8/layout/hierarchy1"/>
    <dgm:cxn modelId="{84CE5BB4-D88D-A041-9C8F-D33EBC72F21F}" type="presParOf" srcId="{1A99CF8B-CCB7-D743-8FBF-B5E0375CA688}" destId="{FAF2B08C-5990-A74D-B624-278975BE695C}" srcOrd="0" destOrd="0" presId="urn:microsoft.com/office/officeart/2005/8/layout/hierarchy1"/>
    <dgm:cxn modelId="{CB293BDB-9603-9B41-92D6-41248D36AE8E}" type="presParOf" srcId="{1A99CF8B-CCB7-D743-8FBF-B5E0375CA688}" destId="{49A16415-27B3-B649-BB25-3640FB5F5287}" srcOrd="1" destOrd="0" presId="urn:microsoft.com/office/officeart/2005/8/layout/hierarchy1"/>
    <dgm:cxn modelId="{A7E276D6-0BC7-5742-BA95-E82959848950}" type="presParOf" srcId="{844640E7-6BA2-E549-AC71-6044B34BF71C}" destId="{4700522A-10D2-2941-BD8E-82FE9D62F2FB}" srcOrd="1" destOrd="0" presId="urn:microsoft.com/office/officeart/2005/8/layout/hierarchy1"/>
    <dgm:cxn modelId="{0EF30843-C3EB-9B40-B3A9-6F9769244811}" type="presParOf" srcId="{4700522A-10D2-2941-BD8E-82FE9D62F2FB}" destId="{00518F30-8E3B-4E4B-84D6-64C92225BCF9}" srcOrd="0" destOrd="0" presId="urn:microsoft.com/office/officeart/2005/8/layout/hierarchy1"/>
    <dgm:cxn modelId="{1B6BADB3-8A9F-524D-8BF4-C96AD9A648D1}" type="presParOf" srcId="{4700522A-10D2-2941-BD8E-82FE9D62F2FB}" destId="{1B9E3DA9-8826-DC45-B1EF-CFC5DBB1385A}" srcOrd="1" destOrd="0" presId="urn:microsoft.com/office/officeart/2005/8/layout/hierarchy1"/>
    <dgm:cxn modelId="{D0CBC19A-A063-5A4B-A16B-DF3AC368444A}" type="presParOf" srcId="{1B9E3DA9-8826-DC45-B1EF-CFC5DBB1385A}" destId="{04407D2B-C461-534A-A3E0-9CC2E688C9A5}" srcOrd="0" destOrd="0" presId="urn:microsoft.com/office/officeart/2005/8/layout/hierarchy1"/>
    <dgm:cxn modelId="{7AD4BD23-CBDB-164B-B783-6533E763E5D2}" type="presParOf" srcId="{04407D2B-C461-534A-A3E0-9CC2E688C9A5}" destId="{5FD08952-3B4A-7A4A-8EE6-C09FF899EFC5}" srcOrd="0" destOrd="0" presId="urn:microsoft.com/office/officeart/2005/8/layout/hierarchy1"/>
    <dgm:cxn modelId="{5D1AD19B-A58A-724F-873A-8DAFFCD922D6}" type="presParOf" srcId="{04407D2B-C461-534A-A3E0-9CC2E688C9A5}" destId="{7126A09E-5E5C-6244-B91D-3C60031ED7AA}" srcOrd="1" destOrd="0" presId="urn:microsoft.com/office/officeart/2005/8/layout/hierarchy1"/>
    <dgm:cxn modelId="{CDC697DD-DF0A-E04F-8387-0C43C01C5982}" type="presParOf" srcId="{1B9E3DA9-8826-DC45-B1EF-CFC5DBB1385A}" destId="{4BA71315-9C7D-5849-AFB8-57AAC13E2A8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70D71-7B3F-4F1F-BAD9-F9E77D67362D}">
      <dsp:nvSpPr>
        <dsp:cNvPr id="0" name=""/>
        <dsp:cNvSpPr/>
      </dsp:nvSpPr>
      <dsp:spPr>
        <a:xfrm>
          <a:off x="0" y="507"/>
          <a:ext cx="4742971" cy="827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7C8F91-AE87-420D-8DDE-44187305FFED}">
      <dsp:nvSpPr>
        <dsp:cNvPr id="0" name=""/>
        <dsp:cNvSpPr/>
      </dsp:nvSpPr>
      <dsp:spPr>
        <a:xfrm>
          <a:off x="250222" y="186623"/>
          <a:ext cx="454949" cy="4549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8A03B-078B-46C8-B960-F20E03B08929}">
      <dsp:nvSpPr>
        <dsp:cNvPr id="0" name=""/>
        <dsp:cNvSpPr/>
      </dsp:nvSpPr>
      <dsp:spPr>
        <a:xfrm>
          <a:off x="955393" y="507"/>
          <a:ext cx="3534756" cy="879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00" tIns="93100" rIns="93100" bIns="931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Gophercon</a:t>
          </a:r>
          <a:r>
            <a:rPr lang="en-US" sz="1400" kern="1200" dirty="0"/>
            <a:t> Speaker 2023, 2026</a:t>
          </a:r>
        </a:p>
      </dsp:txBody>
      <dsp:txXfrm>
        <a:off x="955393" y="507"/>
        <a:ext cx="3534756" cy="879686"/>
      </dsp:txXfrm>
    </dsp:sp>
    <dsp:sp modelId="{C041CC93-4451-4AD6-87CB-FA5851837313}">
      <dsp:nvSpPr>
        <dsp:cNvPr id="0" name=""/>
        <dsp:cNvSpPr/>
      </dsp:nvSpPr>
      <dsp:spPr>
        <a:xfrm>
          <a:off x="0" y="1093451"/>
          <a:ext cx="4742971" cy="827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71139-38D1-4A36-A76E-303C4C6145C5}">
      <dsp:nvSpPr>
        <dsp:cNvPr id="0" name=""/>
        <dsp:cNvSpPr/>
      </dsp:nvSpPr>
      <dsp:spPr>
        <a:xfrm>
          <a:off x="250222" y="1279567"/>
          <a:ext cx="454949" cy="4549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80CC1-9CD7-4775-8D87-4EBB49D01F08}">
      <dsp:nvSpPr>
        <dsp:cNvPr id="0" name=""/>
        <dsp:cNvSpPr/>
      </dsp:nvSpPr>
      <dsp:spPr>
        <a:xfrm>
          <a:off x="955393" y="1093451"/>
          <a:ext cx="3534756" cy="879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00" tIns="93100" rIns="93100" bIns="931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Casey Manus Principal Software Engineer - Bayer Crop Science </a:t>
          </a:r>
        </a:p>
      </dsp:txBody>
      <dsp:txXfrm>
        <a:off x="955393" y="1093451"/>
        <a:ext cx="3534756" cy="879686"/>
      </dsp:txXfrm>
    </dsp:sp>
    <dsp:sp modelId="{CE901523-AAB2-43FE-97D9-339073A20AE8}">
      <dsp:nvSpPr>
        <dsp:cNvPr id="0" name=""/>
        <dsp:cNvSpPr/>
      </dsp:nvSpPr>
      <dsp:spPr>
        <a:xfrm>
          <a:off x="0" y="2186396"/>
          <a:ext cx="4742971" cy="827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4B37C-D06D-4D7D-B379-74FBE72906A3}">
      <dsp:nvSpPr>
        <dsp:cNvPr id="0" name=""/>
        <dsp:cNvSpPr/>
      </dsp:nvSpPr>
      <dsp:spPr>
        <a:xfrm>
          <a:off x="250222" y="2372511"/>
          <a:ext cx="454949" cy="4549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79158-2811-49CC-A5A8-789D732B2015}">
      <dsp:nvSpPr>
        <dsp:cNvPr id="0" name=""/>
        <dsp:cNvSpPr/>
      </dsp:nvSpPr>
      <dsp:spPr>
        <a:xfrm>
          <a:off x="955393" y="2186396"/>
          <a:ext cx="3534756" cy="879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00" tIns="93100" rIns="93100" bIns="931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caseylmanus@gmail.com </a:t>
          </a:r>
        </a:p>
      </dsp:txBody>
      <dsp:txXfrm>
        <a:off x="955393" y="2186396"/>
        <a:ext cx="3534756" cy="879686"/>
      </dsp:txXfrm>
    </dsp:sp>
    <dsp:sp modelId="{C2902E6F-27E3-4358-878D-100BAAA20061}">
      <dsp:nvSpPr>
        <dsp:cNvPr id="0" name=""/>
        <dsp:cNvSpPr/>
      </dsp:nvSpPr>
      <dsp:spPr>
        <a:xfrm>
          <a:off x="0" y="3279340"/>
          <a:ext cx="4742971" cy="827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439EA-F5A7-49A2-A7BB-2CE921F43113}">
      <dsp:nvSpPr>
        <dsp:cNvPr id="0" name=""/>
        <dsp:cNvSpPr/>
      </dsp:nvSpPr>
      <dsp:spPr>
        <a:xfrm>
          <a:off x="250222" y="3465455"/>
          <a:ext cx="454949" cy="4549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A2DCC-0FEA-4E53-917A-C6D72794167D}">
      <dsp:nvSpPr>
        <dsp:cNvPr id="0" name=""/>
        <dsp:cNvSpPr/>
      </dsp:nvSpPr>
      <dsp:spPr>
        <a:xfrm>
          <a:off x="955393" y="3279340"/>
          <a:ext cx="3534756" cy="879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00" tIns="93100" rIns="93100" bIns="931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casey.manus@bayer.com https://github.com/caseylmanus/workerpool</a:t>
          </a:r>
        </a:p>
      </dsp:txBody>
      <dsp:txXfrm>
        <a:off x="955393" y="3279340"/>
        <a:ext cx="3534756" cy="8796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18F30-8E3B-4E4B-84D6-64C92225BCF9}">
      <dsp:nvSpPr>
        <dsp:cNvPr id="0" name=""/>
        <dsp:cNvSpPr/>
      </dsp:nvSpPr>
      <dsp:spPr>
        <a:xfrm>
          <a:off x="4507705" y="2839723"/>
          <a:ext cx="91440" cy="3318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180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9F821B-E05C-9C42-A8E4-D032272674BC}">
      <dsp:nvSpPr>
        <dsp:cNvPr id="0" name=""/>
        <dsp:cNvSpPr/>
      </dsp:nvSpPr>
      <dsp:spPr>
        <a:xfrm>
          <a:off x="3856224" y="1783464"/>
          <a:ext cx="697200" cy="331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114"/>
              </a:lnTo>
              <a:lnTo>
                <a:pt x="697200" y="226114"/>
              </a:lnTo>
              <a:lnTo>
                <a:pt x="697200" y="33180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2CD0B1-CF9E-0B49-8597-63EC555743B3}">
      <dsp:nvSpPr>
        <dsp:cNvPr id="0" name=""/>
        <dsp:cNvSpPr/>
      </dsp:nvSpPr>
      <dsp:spPr>
        <a:xfrm>
          <a:off x="3159024" y="1783464"/>
          <a:ext cx="697200" cy="331804"/>
        </a:xfrm>
        <a:custGeom>
          <a:avLst/>
          <a:gdLst/>
          <a:ahLst/>
          <a:cxnLst/>
          <a:rect l="0" t="0" r="0" b="0"/>
          <a:pathLst>
            <a:path>
              <a:moveTo>
                <a:pt x="697200" y="0"/>
              </a:moveTo>
              <a:lnTo>
                <a:pt x="697200" y="226114"/>
              </a:lnTo>
              <a:lnTo>
                <a:pt x="0" y="226114"/>
              </a:lnTo>
              <a:lnTo>
                <a:pt x="0" y="33180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AF8D52-2361-234B-8DB3-1B7D06E58061}">
      <dsp:nvSpPr>
        <dsp:cNvPr id="0" name=""/>
        <dsp:cNvSpPr/>
      </dsp:nvSpPr>
      <dsp:spPr>
        <a:xfrm>
          <a:off x="3810504" y="727205"/>
          <a:ext cx="91440" cy="3318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180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BE8094-586E-D042-A465-631CEB099CB7}">
      <dsp:nvSpPr>
        <dsp:cNvPr id="0" name=""/>
        <dsp:cNvSpPr/>
      </dsp:nvSpPr>
      <dsp:spPr>
        <a:xfrm>
          <a:off x="2416103" y="727205"/>
          <a:ext cx="91440" cy="3318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180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8A86A9-CDF8-9E4D-81C4-8B0C92EC1B23}">
      <dsp:nvSpPr>
        <dsp:cNvPr id="0" name=""/>
        <dsp:cNvSpPr/>
      </dsp:nvSpPr>
      <dsp:spPr>
        <a:xfrm>
          <a:off x="1891386" y="2750"/>
          <a:ext cx="1140873" cy="7244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9D8E1-3DCC-CA4D-B62B-522E04B7181D}">
      <dsp:nvSpPr>
        <dsp:cNvPr id="0" name=""/>
        <dsp:cNvSpPr/>
      </dsp:nvSpPr>
      <dsp:spPr>
        <a:xfrm>
          <a:off x="2018150" y="123175"/>
          <a:ext cx="1140873" cy="724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Errors</a:t>
          </a:r>
        </a:p>
      </dsp:txBody>
      <dsp:txXfrm>
        <a:off x="2039369" y="144394"/>
        <a:ext cx="1098435" cy="682016"/>
      </dsp:txXfrm>
    </dsp:sp>
    <dsp:sp modelId="{D2A6BEE1-B371-4F42-8E2B-D06970E9E78E}">
      <dsp:nvSpPr>
        <dsp:cNvPr id="0" name=""/>
        <dsp:cNvSpPr/>
      </dsp:nvSpPr>
      <dsp:spPr>
        <a:xfrm>
          <a:off x="1891386" y="1059009"/>
          <a:ext cx="1140873" cy="72445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B26F0-D04D-EC43-A2E7-A5EBCB684FB6}">
      <dsp:nvSpPr>
        <dsp:cNvPr id="0" name=""/>
        <dsp:cNvSpPr/>
      </dsp:nvSpPr>
      <dsp:spPr>
        <a:xfrm>
          <a:off x="2018150" y="1179434"/>
          <a:ext cx="1140873" cy="724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x/</a:t>
          </a:r>
          <a:r>
            <a:rPr lang="en-US" sz="1100" kern="1200" dirty="0" err="1"/>
            <a:t>errgroup.Group</a:t>
          </a:r>
          <a:endParaRPr lang="en-US" sz="1100" kern="1200" dirty="0"/>
        </a:p>
      </dsp:txBody>
      <dsp:txXfrm>
        <a:off x="2039369" y="1200653"/>
        <a:ext cx="1098435" cy="682016"/>
      </dsp:txXfrm>
    </dsp:sp>
    <dsp:sp modelId="{C464DDF2-48F7-4741-B073-AC3DF9CEA523}">
      <dsp:nvSpPr>
        <dsp:cNvPr id="0" name=""/>
        <dsp:cNvSpPr/>
      </dsp:nvSpPr>
      <dsp:spPr>
        <a:xfrm>
          <a:off x="3285788" y="2750"/>
          <a:ext cx="1140873" cy="7244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9CCA78-C5DD-6E46-B4A9-BDA7E7C98500}">
      <dsp:nvSpPr>
        <dsp:cNvPr id="0" name=""/>
        <dsp:cNvSpPr/>
      </dsp:nvSpPr>
      <dsp:spPr>
        <a:xfrm>
          <a:off x="3412551" y="123175"/>
          <a:ext cx="1140873" cy="724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Retries</a:t>
          </a:r>
        </a:p>
      </dsp:txBody>
      <dsp:txXfrm>
        <a:off x="3433770" y="144394"/>
        <a:ext cx="1098435" cy="682016"/>
      </dsp:txXfrm>
    </dsp:sp>
    <dsp:sp modelId="{3780AFD5-A42F-A843-AEF6-502684B16CB8}">
      <dsp:nvSpPr>
        <dsp:cNvPr id="0" name=""/>
        <dsp:cNvSpPr/>
      </dsp:nvSpPr>
      <dsp:spPr>
        <a:xfrm>
          <a:off x="3285788" y="1059009"/>
          <a:ext cx="1140873" cy="72445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CA3D9-0C1C-2A4E-B736-8454558D7F6C}">
      <dsp:nvSpPr>
        <dsp:cNvPr id="0" name=""/>
        <dsp:cNvSpPr/>
      </dsp:nvSpPr>
      <dsp:spPr>
        <a:xfrm>
          <a:off x="3412551" y="1179434"/>
          <a:ext cx="1140873" cy="724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Backoff</a:t>
          </a:r>
        </a:p>
      </dsp:txBody>
      <dsp:txXfrm>
        <a:off x="3433770" y="1200653"/>
        <a:ext cx="1098435" cy="682016"/>
      </dsp:txXfrm>
    </dsp:sp>
    <dsp:sp modelId="{562D6EC4-EF8E-374E-946E-D4E41D20C1E5}">
      <dsp:nvSpPr>
        <dsp:cNvPr id="0" name=""/>
        <dsp:cNvSpPr/>
      </dsp:nvSpPr>
      <dsp:spPr>
        <a:xfrm>
          <a:off x="2588587" y="2115268"/>
          <a:ext cx="1140873" cy="72445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37A58-A777-5349-890E-622B57C53F53}">
      <dsp:nvSpPr>
        <dsp:cNvPr id="0" name=""/>
        <dsp:cNvSpPr/>
      </dsp:nvSpPr>
      <dsp:spPr>
        <a:xfrm>
          <a:off x="2715351" y="2235693"/>
          <a:ext cx="1140873" cy="724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Linear </a:t>
          </a:r>
        </a:p>
      </dsp:txBody>
      <dsp:txXfrm>
        <a:off x="2736570" y="2256912"/>
        <a:ext cx="1098435" cy="682016"/>
      </dsp:txXfrm>
    </dsp:sp>
    <dsp:sp modelId="{FAF2B08C-5990-A74D-B624-278975BE695C}">
      <dsp:nvSpPr>
        <dsp:cNvPr id="0" name=""/>
        <dsp:cNvSpPr/>
      </dsp:nvSpPr>
      <dsp:spPr>
        <a:xfrm>
          <a:off x="3982988" y="2115268"/>
          <a:ext cx="1140873" cy="72445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16415-27B3-B649-BB25-3640FB5F5287}">
      <dsp:nvSpPr>
        <dsp:cNvPr id="0" name=""/>
        <dsp:cNvSpPr/>
      </dsp:nvSpPr>
      <dsp:spPr>
        <a:xfrm>
          <a:off x="4109752" y="2235693"/>
          <a:ext cx="1140873" cy="724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Exponential</a:t>
          </a:r>
        </a:p>
      </dsp:txBody>
      <dsp:txXfrm>
        <a:off x="4130971" y="2256912"/>
        <a:ext cx="1098435" cy="682016"/>
      </dsp:txXfrm>
    </dsp:sp>
    <dsp:sp modelId="{5FD08952-3B4A-7A4A-8EE6-C09FF899EFC5}">
      <dsp:nvSpPr>
        <dsp:cNvPr id="0" name=""/>
        <dsp:cNvSpPr/>
      </dsp:nvSpPr>
      <dsp:spPr>
        <a:xfrm>
          <a:off x="3982988" y="3171527"/>
          <a:ext cx="1140873" cy="7244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6A09E-5E5C-6244-B91D-3C60031ED7AA}">
      <dsp:nvSpPr>
        <dsp:cNvPr id="0" name=""/>
        <dsp:cNvSpPr/>
      </dsp:nvSpPr>
      <dsp:spPr>
        <a:xfrm>
          <a:off x="4109752" y="3291952"/>
          <a:ext cx="1140873" cy="724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Jitter	</a:t>
          </a:r>
        </a:p>
      </dsp:txBody>
      <dsp:txXfrm>
        <a:off x="4130971" y="3313171"/>
        <a:ext cx="1098435" cy="682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C68A5-1BAC-F24E-8F88-0F2A25087D5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CD1F3-7888-0E46-8D08-CAE63B42D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96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CD1F3-7888-0E46-8D08-CAE63B42D7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01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1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Self-Optimizing Workerpool in Go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2B255-82EB-0EFE-5B64-E28CEEEB9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3653118"/>
            <a:ext cx="7504463" cy="1093693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Borrowing Concepts from Biology And Mechanical Engineering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FD6DD-064A-0B16-2A24-FEC43A43F708}"/>
              </a:ext>
            </a:extLst>
          </p:cNvPr>
          <p:cNvSpPr txBox="1"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Who am I?</a:t>
            </a: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817F8683-9E2C-D142-6534-EC21642CBA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768701"/>
              </p:ext>
            </p:extLst>
          </p:nvPr>
        </p:nvGraphicFramePr>
        <p:xfrm>
          <a:off x="3436294" y="487110"/>
          <a:ext cx="4742971" cy="41595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Example Problem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D150468F-060C-A44A-4CAA-9013E2C18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22010"/>
              </p:ext>
            </p:extLst>
          </p:nvPr>
        </p:nvGraphicFramePr>
        <p:xfrm>
          <a:off x="3376821" y="2227952"/>
          <a:ext cx="5419311" cy="687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311">
                  <a:extLst>
                    <a:ext uri="{9D8B030D-6E8A-4147-A177-3AD203B41FA5}">
                      <a16:colId xmlns:a16="http://schemas.microsoft.com/office/drawing/2014/main" val="1396818213"/>
                    </a:ext>
                  </a:extLst>
                </a:gridCol>
              </a:tblGrid>
              <a:tr h="687597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1" i="0" u="none" strike="noStrike" noProof="0">
                          <a:solidFill>
                            <a:schemeClr val="tx2"/>
                          </a:solidFill>
                          <a:latin typeface="Calibri"/>
                          <a:ea typeface="Calibri"/>
                          <a:cs typeface="Calibri"/>
                        </a:rPr>
                        <a:t>We want to train an LLM on all data from Wikipedia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solidFill>
                            <a:schemeClr val="tx2"/>
                          </a:solidFill>
                        </a:rPr>
                        <a:t>Wikipedia has constrained output and rate limiting to prevent scraping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>
                          <a:solidFill>
                            <a:schemeClr val="tx2"/>
                          </a:solidFill>
                        </a:rPr>
                        <a:t>We want to build a workerpool that adapts to upstream responses</a:t>
                      </a:r>
                    </a:p>
                  </a:txBody>
                  <a:tcPr marL="81857" marR="81857" marT="40928" marB="40928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542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B2968-F0AB-4F22-218F-9195FDC6F69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28588"/>
            <a:ext cx="2130425" cy="1778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Workerpools in Go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DCC998-BE9A-8884-4A59-0DEDA6554AE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3335916" y="336008"/>
            <a:ext cx="3721100" cy="4184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258EF0-A0B8-8C52-9BD8-9E58ED2B87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89" t="12307" r="13094" b="4405"/>
          <a:stretch>
            <a:fillRect/>
          </a:stretch>
        </p:blipFill>
        <p:spPr>
          <a:xfrm>
            <a:off x="328024" y="365796"/>
            <a:ext cx="2560321" cy="174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08A96CD3-1029-4EEE-B9BF-E1144F6C6B8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05673196"/>
              </p:ext>
            </p:extLst>
          </p:nvPr>
        </p:nvGraphicFramePr>
        <p:xfrm>
          <a:off x="947737" y="710006"/>
          <a:ext cx="7142013" cy="4019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errgroup.png">
            <a:extLst>
              <a:ext uri="{FF2B5EF4-FFF2-40B4-BE49-F238E27FC236}">
                <a16:creationId xmlns:a16="http://schemas.microsoft.com/office/drawing/2014/main" id="{1B56552A-BBF2-ECE8-9EC6-D7F65CA72A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088" y="414336"/>
            <a:ext cx="1764175" cy="18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4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l">
              <a:buNone/>
            </a:pPr>
            <a:r>
              <a:rPr lang="en-US" sz="3000" dirty="0">
                <a:solidFill>
                  <a:srgbClr val="FFFFFF"/>
                </a:solidFill>
              </a:rPr>
              <a:t>The Problem with Static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500" dirty="0"/>
              <a:t>Most concurrent architectures use hardcoded worker limits and sleep cycles. 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- Fine-tuned for local machine networks. </a:t>
            </a:r>
            <a:endParaRPr lang="en-US" sz="15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500" dirty="0"/>
              <a:t>- Fractures instantly when exposed to changing upstream rate limits. </a:t>
            </a:r>
          </a:p>
          <a:p>
            <a:pPr marL="0" lvl="0" indent="0">
              <a:buNone/>
            </a:pPr>
            <a:r>
              <a:rPr lang="en-US" sz="1500" dirty="0"/>
              <a:t>- Leads to either </a:t>
            </a:r>
            <a:r>
              <a:rPr lang="en-US" sz="1500" b="1" dirty="0"/>
              <a:t>over-throttling</a:t>
            </a:r>
            <a:r>
              <a:rPr lang="en-US" sz="1500" dirty="0"/>
              <a:t> (wasting resources) or </a:t>
            </a:r>
            <a:r>
              <a:rPr lang="en-US" sz="1500" b="1" dirty="0"/>
              <a:t>under-throttling</a:t>
            </a:r>
            <a:r>
              <a:rPr lang="en-US" sz="1500" dirty="0"/>
              <a:t> (getting banned).</a:t>
            </a:r>
            <a:endParaRPr lang="en-US" sz="15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287" y="374547"/>
            <a:ext cx="4447066" cy="1230135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 lang="en-US" sz="3000"/>
              <a:t>Introduction to Genetic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287" y="1604683"/>
            <a:ext cx="5652813" cy="2853018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1100" b="1" dirty="0"/>
              <a:t>Gophercon 2023 Overview</a:t>
            </a:r>
            <a:endParaRPr lang="en-US" sz="1100" b="1" dirty="0">
              <a:ea typeface="Calibri"/>
              <a:cs typeface="Calibri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Genetic Algorithms (GAs) are a powerful tool used to find </a:t>
            </a:r>
            <a:r>
              <a:rPr lang="en-US" sz="1100" b="1" dirty="0"/>
              <a:t>approximate solutions to difficult-to-solve problems</a:t>
            </a:r>
            <a:r>
              <a:rPr lang="en-US" sz="1100" dirty="0"/>
              <a:t>. They achieve this by applying the principles of </a:t>
            </a:r>
            <a:r>
              <a:rPr lang="en-US" sz="1100" b="1" dirty="0"/>
              <a:t>evolutionary biology to computer science</a:t>
            </a:r>
            <a:r>
              <a:rPr lang="en-US" sz="1100" dirty="0"/>
              <a:t>, specifically by </a:t>
            </a:r>
            <a:r>
              <a:rPr lang="en-US" sz="1100" b="1" dirty="0"/>
              <a:t>mimicking the biological process of natural selection</a:t>
            </a:r>
            <a:r>
              <a:rPr lang="en-US" sz="1100" dirty="0"/>
              <a:t>.</a:t>
            </a:r>
            <a:endParaRPr lang="en-US" sz="1100" dirty="0">
              <a:ea typeface="Calibri"/>
              <a:cs typeface="Calibri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sz="1100" dirty="0"/>
              <a:t>The core problem-solving process of a GA involves several key steps: </a:t>
            </a:r>
            <a:endParaRPr lang="en-US" sz="11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100" b="1" dirty="0"/>
              <a:t>Define Genome</a:t>
            </a:r>
            <a:r>
              <a:rPr lang="en-US" sz="1100" dirty="0"/>
              <a:t>: This establishes the dataset that describes your problem, composed of individual genes. </a:t>
            </a:r>
            <a:endParaRPr lang="en-US" sz="11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100" b="1" dirty="0"/>
              <a:t>Random Population</a:t>
            </a:r>
            <a:r>
              <a:rPr lang="en-US" sz="1100" dirty="0"/>
              <a:t>: The algorithm starts with a set of these genomes. </a:t>
            </a:r>
            <a:endParaRPr lang="en-US" sz="11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100" b="1" dirty="0"/>
              <a:t>Determine Fitness</a:t>
            </a:r>
            <a:r>
              <a:rPr lang="en-US" sz="1100" dirty="0"/>
              <a:t>: A fitness function “grades” each genome to assess its suitability for continued evolution</a:t>
            </a:r>
            <a:endParaRPr lang="en-US" sz="11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100" b="1" dirty="0"/>
              <a:t>Next Population / Generation</a:t>
            </a:r>
            <a:r>
              <a:rPr lang="en-US" sz="1100" dirty="0"/>
              <a:t>: Each cycle creates a new “generation” of solutions. </a:t>
            </a:r>
          </a:p>
          <a:p>
            <a:pPr>
              <a:lnSpc>
                <a:spcPct val="90000"/>
              </a:lnSpc>
            </a:pPr>
            <a:r>
              <a:rPr lang="en-US" sz="1100" b="1" dirty="0"/>
              <a:t>Selection</a:t>
            </a:r>
            <a:r>
              <a:rPr lang="en-US" sz="1100" dirty="0"/>
              <a:t>: Members are chosen from the current population to contribute to the next generation.</a:t>
            </a:r>
            <a:endParaRPr lang="en-US" sz="1100" dirty="0">
              <a:ea typeface="Calibri"/>
              <a:cs typeface="Calibri"/>
            </a:endParaRPr>
          </a:p>
        </p:txBody>
      </p:sp>
      <p:pic>
        <p:nvPicPr>
          <p:cNvPr id="23" name="Graphic 22" descr="DNA">
            <a:extLst>
              <a:ext uri="{FF2B5EF4-FFF2-40B4-BE49-F238E27FC236}">
                <a16:creationId xmlns:a16="http://schemas.microsoft.com/office/drawing/2014/main" id="{0D3DA1D8-BAEB-A7B7-057D-7DD9F52629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4191" y="1954530"/>
            <a:ext cx="1988820" cy="1988820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804587"/>
            <a:ext cx="9143998" cy="34633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4804586"/>
            <a:ext cx="3057523" cy="3482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B72B5F-238A-FDD3-F538-0AD1368CE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92" y="162037"/>
            <a:ext cx="6888616" cy="481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77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89B5E1-D6E2-A0FF-61B1-4887490F6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92" y="311972"/>
            <a:ext cx="688861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00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75592-2ADD-13F6-0227-1D824CE5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CF2D0-E3A1-8BC3-FAE8-1A7D984F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Transitioning Genetic Algorithms </a:t>
            </a:r>
            <a:b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 Real-Time Control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C3E96-28B8-3EF9-2D05-E1BE85C035B9}"/>
              </a:ext>
            </a:extLst>
          </p:cNvPr>
          <p:cNvSpPr txBox="1"/>
          <p:nvPr/>
        </p:nvSpPr>
        <p:spPr>
          <a:xfrm>
            <a:off x="3436295" y="487111"/>
            <a:ext cx="5193407" cy="195951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baseline="0" dirty="0"/>
              <a:t>Traditionally, fitness will increase with evolution given static environment and objective fitness functions.</a:t>
            </a:r>
            <a:r>
              <a:rPr lang="en-US" sz="1500" b="0" i="0" dirty="0"/>
              <a:t>​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baseline="0" dirty="0"/>
              <a:t>Environment Pressure and Dynamic Baselines means optimal fitness is a changing target.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grpSp>
        <p:nvGrpSpPr>
          <p:cNvPr id="40" name="GA to Control Diagram"/>
          <p:cNvGrpSpPr/>
          <p:nvPr/>
        </p:nvGrpSpPr>
        <p:grpSpPr>
          <a:xfrm>
            <a:off x="3192979" y="2374862"/>
            <a:ext cx="5680037" cy="1211804"/>
            <a:chOff x="100000" y="300000"/>
            <a:chExt cx="5600000" cy="1219995"/>
          </a:xfrm>
        </p:grpSpPr>
        <p:cxnSp>
          <p:nvCxnSpPr>
            <p:cNvPr id="41" name="conn AB"/>
            <p:cNvCxnSpPr/>
            <p:nvPr/>
          </p:nvCxnSpPr>
          <p:spPr>
            <a:xfrm>
              <a:off x="450000" y="430000"/>
              <a:ext cx="1" cy="620000"/>
            </a:xfrm>
            <a:prstGeom prst="straightConnector1">
              <a:avLst/>
            </a:prstGeom>
            <a:ln w="22225" cap="rnd">
              <a:solidFill>
                <a:srgbClr val="A6A6A6"/>
              </a:solidFill>
            </a:ln>
          </p:spPr>
        </p:cxnSp>
        <p:cxnSp>
          <p:nvCxnSpPr>
            <p:cNvPr id="42" name="conn AC"/>
            <p:cNvCxnSpPr/>
            <p:nvPr/>
          </p:nvCxnSpPr>
          <p:spPr>
            <a:xfrm>
              <a:off x="450000" y="430000"/>
              <a:ext cx="600000" cy="310000"/>
            </a:xfrm>
            <a:prstGeom prst="straightConnector1">
              <a:avLst/>
            </a:prstGeom>
            <a:ln w="22225" cap="rnd">
              <a:solidFill>
                <a:srgbClr val="A6A6A6"/>
              </a:solidFill>
            </a:ln>
          </p:spPr>
        </p:cxnSp>
        <p:cxnSp>
          <p:nvCxnSpPr>
            <p:cNvPr id="43" name="conn BC"/>
            <p:cNvCxnSpPr/>
            <p:nvPr/>
          </p:nvCxnSpPr>
          <p:spPr>
            <a:xfrm flipV="1">
              <a:off x="450000" y="740000"/>
              <a:ext cx="600000" cy="310000"/>
            </a:xfrm>
            <a:prstGeom prst="straightConnector1">
              <a:avLst/>
            </a:prstGeom>
            <a:ln w="22225" cap="rnd">
              <a:solidFill>
                <a:srgbClr val="A6A6A6"/>
              </a:solidFill>
            </a:ln>
          </p:spPr>
        </p:cxnSp>
        <p:sp>
          <p:nvSpPr>
            <p:cNvPr id="44" name="node A"/>
            <p:cNvSpPr/>
            <p:nvPr/>
          </p:nvSpPr>
          <p:spPr>
            <a:xfrm>
              <a:off x="320000" y="300000"/>
              <a:ext cx="260000" cy="2600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node B"/>
            <p:cNvSpPr/>
            <p:nvPr/>
          </p:nvSpPr>
          <p:spPr>
            <a:xfrm>
              <a:off x="320000" y="920000"/>
              <a:ext cx="260000" cy="2600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node C"/>
            <p:cNvSpPr/>
            <p:nvPr/>
          </p:nvSpPr>
          <p:spPr>
            <a:xfrm>
              <a:off x="920000" y="610000"/>
              <a:ext cx="260000" cy="2600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ransition Arrow"/>
            <p:cNvSpPr/>
            <p:nvPr/>
          </p:nvSpPr>
          <p:spPr>
            <a:xfrm>
              <a:off x="1620000" y="600000"/>
              <a:ext cx="1230000" cy="280000"/>
            </a:xfrm>
            <a:prstGeom prst="rightArrow">
              <a:avLst>
                <a:gd name="adj1" fmla="val 55000"/>
                <a:gd name="adj2" fmla="val 55000"/>
              </a:avLst>
            </a:prstGeom>
            <a:solidFill>
              <a:srgbClr val="F796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8" name="y axis"/>
            <p:cNvCxnSpPr/>
            <p:nvPr/>
          </p:nvCxnSpPr>
          <p:spPr>
            <a:xfrm>
              <a:off x="3200000" y="300000"/>
              <a:ext cx="1" cy="900000"/>
            </a:xfrm>
            <a:prstGeom prst="straightConnector1">
              <a:avLst/>
            </a:prstGeom>
            <a:ln w="12700" cap="rnd">
              <a:solidFill>
                <a:srgbClr val="C9C9C9"/>
              </a:solidFill>
            </a:ln>
          </p:spPr>
        </p:cxnSp>
        <p:cxnSp>
          <p:nvCxnSpPr>
            <p:cNvPr id="49" name="x axis"/>
            <p:cNvCxnSpPr/>
            <p:nvPr/>
          </p:nvCxnSpPr>
          <p:spPr>
            <a:xfrm>
              <a:off x="3200000" y="1200000"/>
              <a:ext cx="2450000" cy="1"/>
            </a:xfrm>
            <a:prstGeom prst="straightConnector1">
              <a:avLst/>
            </a:prstGeom>
            <a:ln w="12700" cap="rnd">
              <a:solidFill>
                <a:srgbClr val="C9C9C9"/>
              </a:solidFill>
            </a:ln>
          </p:spPr>
        </p:cxnSp>
        <p:cxnSp>
          <p:nvCxnSpPr>
            <p:cNvPr id="50" name="setpoint"/>
            <p:cNvCxnSpPr/>
            <p:nvPr/>
          </p:nvCxnSpPr>
          <p:spPr>
            <a:xfrm>
              <a:off x="3250000" y="520000"/>
              <a:ext cx="2350000" cy="1"/>
            </a:xfrm>
            <a:prstGeom prst="straightConnector1">
              <a:avLst/>
            </a:prstGeom>
            <a:ln w="15875" cap="rnd">
              <a:solidFill>
                <a:srgbClr val="F79646"/>
              </a:solidFill>
              <a:prstDash val="dash"/>
            </a:ln>
          </p:spPr>
        </p:cxnSp>
        <p:sp>
          <p:nvSpPr>
            <p:cNvPr id="51" name="Response Curve"/>
            <p:cNvSpPr/>
            <p:nvPr/>
          </p:nvSpPr>
          <p:spPr>
            <a:xfrm>
              <a:off x="3200000" y="300000"/>
              <a:ext cx="2450000" cy="900000"/>
            </a:xfrm>
            <a:custGeom>
              <a:avLst/>
              <a:gdLst/>
              <a:ahLst/>
              <a:cxnLst/>
              <a:rect l="l" t="t" r="r" b="b"/>
              <a:pathLst>
                <a:path w="2450000" h="900000">
                  <a:moveTo>
                    <a:pt x="50000" y="850000"/>
                  </a:moveTo>
                  <a:cubicBezTo>
                    <a:pt x="300000" y="850000"/>
                    <a:pt x="520000" y="150000"/>
                    <a:pt x="850000" y="120000"/>
                  </a:cubicBezTo>
                  <a:cubicBezTo>
                    <a:pt x="1060000" y="100000"/>
                    <a:pt x="1160000" y="300000"/>
                    <a:pt x="1360000" y="300000"/>
                  </a:cubicBezTo>
                  <a:cubicBezTo>
                    <a:pt x="1610000" y="300000"/>
                    <a:pt x="1760000" y="220000"/>
                    <a:pt x="2100000" y="220000"/>
                  </a:cubicBezTo>
                  <a:lnTo>
                    <a:pt x="2400000" y="220000"/>
                  </a:lnTo>
                </a:path>
              </a:pathLst>
            </a:custGeom>
            <a:noFill/>
            <a:ln w="28575" cap="rnd">
              <a:solidFill>
                <a:srgbClr val="4F81BD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ettle marker"/>
            <p:cNvSpPr/>
            <p:nvPr/>
          </p:nvSpPr>
          <p:spPr>
            <a:xfrm>
              <a:off x="5555000" y="475000"/>
              <a:ext cx="90000" cy="900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caption left"/>
            <p:cNvSpPr txBox="1"/>
            <p:nvPr/>
          </p:nvSpPr>
          <p:spPr>
            <a:xfrm>
              <a:off x="100000" y="1209996"/>
              <a:ext cx="1520000" cy="3099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1059972">
                <a:spcAft>
                  <a:spcPts val="2898"/>
                </a:spcAft>
              </a:pPr>
              <a:r>
                <a:rPr lang="en-US" sz="2434" b="1" kern="1200" dirty="0">
                  <a:solidFill>
                    <a:srgbClr val="1F497D"/>
                  </a:solidFill>
                  <a:latin typeface="Calibri"/>
                  <a:ea typeface="+mn-ea"/>
                  <a:cs typeface="+mn-cs"/>
                </a:rPr>
                <a:t>Genetic Algorithms</a:t>
              </a:r>
              <a:endParaRPr lang="en-US" sz="1050" b="1" dirty="0">
                <a:solidFill>
                  <a:srgbClr val="1F497D"/>
                </a:solidFill>
                <a:latin typeface="Calibri"/>
              </a:endParaRPr>
            </a:p>
          </p:txBody>
        </p:sp>
        <p:sp>
          <p:nvSpPr>
            <p:cNvPr id="54" name="caption right"/>
            <p:cNvSpPr txBox="1"/>
            <p:nvPr/>
          </p:nvSpPr>
          <p:spPr>
            <a:xfrm>
              <a:off x="3150000" y="1240000"/>
              <a:ext cx="2550000" cy="24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1059972">
                <a:spcAft>
                  <a:spcPts val="2898"/>
                </a:spcAft>
              </a:pPr>
              <a:r>
                <a:rPr lang="en-US" sz="2434" b="1" kern="1200">
                  <a:solidFill>
                    <a:srgbClr val="1F497D"/>
                  </a:solidFill>
                  <a:latin typeface="Calibri"/>
                  <a:ea typeface="+mn-ea"/>
                  <a:cs typeface="+mn-cs"/>
                </a:rPr>
                <a:t>Real-Time Control Theory</a:t>
              </a:r>
              <a:endParaRPr lang="en-US" sz="1050" b="1">
                <a:solidFill>
                  <a:srgbClr val="1F497D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7931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l">
              <a:buNone/>
            </a:pPr>
            <a:r>
              <a:rPr lang="en-US" sz="3000" dirty="0">
                <a:solidFill>
                  <a:srgbClr val="FFFFFF"/>
                </a:solidFill>
              </a:rPr>
              <a:t>Understanding PID Controllers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C4EA9-6A2E-00EC-2441-5210D4CB3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lvl="0"/>
            <a:r>
              <a:rPr lang="en-US" sz="1500" dirty="0"/>
              <a:t>A PID controller is a control loop feedback mechanism that automatically corrects errors and variances in mechanical systems.</a:t>
            </a:r>
          </a:p>
          <a:p>
            <a:pPr lvl="0"/>
            <a:r>
              <a:rPr lang="en-US" sz="1500" dirty="0"/>
              <a:t>It continuously calculates an error value as the difference between a desired setpoint and a measured process variable.</a:t>
            </a:r>
          </a:p>
          <a:p>
            <a:pPr lvl="0"/>
            <a:r>
              <a:rPr lang="en-US" sz="1500" dirty="0"/>
              <a:t>Common uses include automobile cruise control, drone flight stabilization, and thermostats.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BC489-F727-5503-141E-546F8129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ea typeface="Segoe UI"/>
                <a:cs typeface="Segoe UI"/>
              </a:rPr>
              <a:t>The Controller Applies Three Terms to Eliminate This Error</a:t>
            </a:r>
            <a:br>
              <a:rPr lang="en-US" sz="3000" dirty="0">
                <a:solidFill>
                  <a:srgbClr val="FFFFFF"/>
                </a:solidFill>
                <a:ea typeface="Calibri"/>
                <a:cs typeface="Calibri"/>
              </a:rPr>
            </a:br>
            <a:endParaRPr lang="en-US" sz="3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0BC40-BF06-F899-8F13-9D547C41E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r>
              <a:rPr lang="en-US" sz="1500" dirty="0">
                <a:ea typeface="Segoe UI"/>
                <a:cs typeface="Segoe UI"/>
              </a:rPr>
              <a:t>* </a:t>
            </a:r>
            <a:r>
              <a:rPr lang="en-US" sz="1500" b="1" dirty="0">
                <a:ea typeface="Segoe UI"/>
                <a:cs typeface="Segoe UI"/>
              </a:rPr>
              <a:t>Proportional (P)</a:t>
            </a:r>
            <a:r>
              <a:rPr lang="en-US" sz="1500" dirty="0">
                <a:ea typeface="Segoe UI"/>
                <a:cs typeface="Segoe UI"/>
              </a:rPr>
              <a:t>: Corrects for the </a:t>
            </a:r>
            <a:r>
              <a:rPr lang="en-US" sz="1500" b="1" dirty="0">
                <a:ea typeface="Segoe UI"/>
                <a:cs typeface="Segoe UI"/>
              </a:rPr>
              <a:t>present</a:t>
            </a:r>
            <a:r>
              <a:rPr lang="en-US" sz="1500" dirty="0">
                <a:ea typeface="Segoe UI"/>
                <a:cs typeface="Segoe UI"/>
              </a:rPr>
              <a:t> error. </a:t>
            </a:r>
            <a:endParaRPr lang="en-US" sz="1500" dirty="0">
              <a:ea typeface="Calibri"/>
              <a:cs typeface="Calibri"/>
            </a:endParaRPr>
          </a:p>
          <a:p>
            <a:endParaRPr lang="en-US" sz="1500" dirty="0">
              <a:ea typeface="Segoe UI"/>
              <a:cs typeface="Segoe UI"/>
            </a:endParaRPr>
          </a:p>
          <a:p>
            <a:r>
              <a:rPr lang="en-US" sz="1500" dirty="0">
                <a:ea typeface="Segoe UI"/>
                <a:cs typeface="Segoe UI"/>
              </a:rPr>
              <a:t>* </a:t>
            </a:r>
            <a:r>
              <a:rPr lang="en-US" sz="1500" b="1" dirty="0">
                <a:ea typeface="Segoe UI"/>
                <a:cs typeface="Segoe UI"/>
              </a:rPr>
              <a:t>Integral (I)</a:t>
            </a:r>
            <a:r>
              <a:rPr lang="en-US" sz="1500" dirty="0">
                <a:ea typeface="Segoe UI"/>
                <a:cs typeface="Segoe UI"/>
              </a:rPr>
              <a:t>: Corrects for the accumulation of </a:t>
            </a:r>
            <a:r>
              <a:rPr lang="en-US" sz="1500" b="1" dirty="0">
                <a:ea typeface="Segoe UI"/>
                <a:cs typeface="Segoe UI"/>
              </a:rPr>
              <a:t>past</a:t>
            </a:r>
            <a:r>
              <a:rPr lang="en-US" sz="1500" dirty="0">
                <a:ea typeface="Segoe UI"/>
                <a:cs typeface="Segoe UI"/>
              </a:rPr>
              <a:t> errors. </a:t>
            </a:r>
            <a:endParaRPr lang="en-US" sz="1500" dirty="0">
              <a:ea typeface="Calibri"/>
              <a:cs typeface="Calibri"/>
            </a:endParaRPr>
          </a:p>
          <a:p>
            <a:endParaRPr lang="en-US" sz="1500" dirty="0">
              <a:ea typeface="Segoe UI"/>
              <a:cs typeface="Segoe UI"/>
            </a:endParaRPr>
          </a:p>
          <a:p>
            <a:r>
              <a:rPr lang="en-US" sz="1500" dirty="0">
                <a:ea typeface="Segoe UI"/>
                <a:cs typeface="Segoe UI"/>
              </a:rPr>
              <a:t>* </a:t>
            </a:r>
            <a:r>
              <a:rPr lang="en-US" sz="1500" b="1" dirty="0">
                <a:ea typeface="Segoe UI"/>
                <a:cs typeface="Segoe UI"/>
              </a:rPr>
              <a:t>Derivative (D)</a:t>
            </a:r>
            <a:r>
              <a:rPr lang="en-US" sz="1500" dirty="0">
                <a:ea typeface="Segoe UI"/>
                <a:cs typeface="Segoe UI"/>
              </a:rPr>
              <a:t>: Predicts </a:t>
            </a:r>
            <a:r>
              <a:rPr lang="en-US" sz="1500" b="1" dirty="0">
                <a:ea typeface="Segoe UI"/>
                <a:cs typeface="Segoe UI"/>
              </a:rPr>
              <a:t>future</a:t>
            </a:r>
            <a:r>
              <a:rPr lang="en-US" sz="1500" dirty="0">
                <a:ea typeface="Segoe UI"/>
                <a:cs typeface="Segoe UI"/>
              </a:rPr>
              <a:t> errors based on the current rate of change.</a:t>
            </a:r>
            <a:endParaRPr lang="en-US" sz="1500" dirty="0">
              <a:ea typeface="Calibri"/>
              <a:cs typeface="Calibri"/>
            </a:endParaRP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11320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E0B26F-1B78-BB7E-FAE5-39A480D0E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38" y="257695"/>
            <a:ext cx="7772400" cy="423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24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l">
              <a:buNone/>
            </a:pPr>
            <a:r>
              <a:rPr lang="en-US" sz="3000" dirty="0">
                <a:solidFill>
                  <a:srgbClr val="FFFFFF"/>
                </a:solidFill>
              </a:rPr>
              <a:t>PID Backpressure Reflex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 fontScale="85000" lnSpcReduction="10000"/>
          </a:bodyPr>
          <a:lstStyle/>
          <a:p>
            <a:r>
              <a:rPr lang="en-US" dirty="0"/>
              <a:t>It samples a moving average of the crawler's </a:t>
            </a:r>
            <a:r>
              <a:rPr lang="en-US" b="1" dirty="0"/>
              <a:t>HTTP Error Rate </a:t>
            </a:r>
            <a:r>
              <a:rPr lang="en-US" dirty="0"/>
              <a:t>(e.g., 429 Too Many Requests). </a:t>
            </a:r>
          </a:p>
          <a:p>
            <a:r>
              <a:rPr lang="en-US" dirty="0"/>
              <a:t>Compares it against a strict, non-evolving target of </a:t>
            </a:r>
            <a:r>
              <a:rPr lang="en-US" b="1" dirty="0"/>
              <a:t>0% errors.</a:t>
            </a:r>
          </a:p>
          <a:p>
            <a:r>
              <a:rPr lang="en-US" dirty="0"/>
              <a:t>Instantly injects a dynamic sleep penalty across all workers the moment the server begins rejecting requests.</a:t>
            </a:r>
          </a:p>
          <a:p>
            <a:r>
              <a:rPr lang="en-US" dirty="0"/>
              <a:t>This acts as an automatic braking system, preventing the crawler from getting IP-banned or crashing the server before the next evolutionary generation.</a:t>
            </a:r>
          </a:p>
          <a:p>
            <a:r>
              <a:rPr lang="en-US" dirty="0"/>
              <a:t>Arrives to scale down the worker count.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BCBC54-4137-4295-5A5D-E02807BA6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02708"/>
            <a:ext cx="7772400" cy="43380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l">
              <a:buNone/>
            </a:pPr>
            <a:r>
              <a:rPr lang="en-US" sz="3000" dirty="0">
                <a:solidFill>
                  <a:srgbClr val="FFFFFF"/>
                </a:solidFill>
              </a:rPr>
              <a:t>Elitist Genetic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500"/>
              <a:t>Every 5 seconds, the system reviews its performance via an evaluation window:</a:t>
            </a:r>
          </a:p>
          <a:p>
            <a:pPr marL="0" lvl="0" indent="0">
              <a:buNone/>
            </a:pPr>
            <a:r>
              <a:rPr lang="en-US" sz="1500"/>
              <a:t>If a configuration yields exceptional throughput without triggering network failures, it is crowned the </a:t>
            </a:r>
            <a:r>
              <a:rPr lang="en-US" sz="1500" b="1"/>
              <a:t>Elite Strategy</a:t>
            </a:r>
            <a:r>
              <a:rPr lang="en-US" sz="150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87A0C-DC9A-6E97-FD09-E3410E393FB1}"/>
              </a:ext>
            </a:extLst>
          </p:cNvPr>
          <p:cNvSpPr txBox="1"/>
          <p:nvPr/>
        </p:nvSpPr>
        <p:spPr>
          <a:xfrm>
            <a:off x="495031" y="668739"/>
            <a:ext cx="3309016" cy="22730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Handling Environmental Disruption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0A9F1-DA21-CB69-C5A6-4DB90E076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522" y="342899"/>
            <a:ext cx="3849196" cy="44243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61758"/>
            <a:ext cx="9143997" cy="1193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6086475" cy="1193056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9143998" cy="1193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16915-EE90-4928-0A08-5276D347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5" y="4118228"/>
            <a:ext cx="5221554" cy="86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Live Demo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099B2F0-0E69-C23E-2532-896FDAC106D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32" r="532"/>
          <a:stretch>
            <a:fillRect/>
          </a:stretch>
        </p:blipFill>
        <p:spPr>
          <a:xfrm>
            <a:off x="1599313" y="293124"/>
            <a:ext cx="6014837" cy="338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77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1BA8EF-66C9-DA1A-2697-C403FD08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1" y="668739"/>
            <a:ext cx="3309016" cy="22730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Flicker Problem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995C42-466F-E974-A578-1E6C2B16BD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9078" y="342899"/>
            <a:ext cx="4192084" cy="44243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2" name="Rectangle 20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Takeaways</a:t>
            </a:r>
          </a:p>
        </p:txBody>
      </p:sp>
      <p:graphicFrame>
        <p:nvGraphicFramePr>
          <p:cNvPr id="197" name="Content Placeholder 196">
            <a:extLst>
              <a:ext uri="{FF2B5EF4-FFF2-40B4-BE49-F238E27FC236}">
                <a16:creationId xmlns:a16="http://schemas.microsoft.com/office/drawing/2014/main" id="{B8135D98-844E-1D78-103D-FFB77752AC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4711228"/>
              </p:ext>
            </p:extLst>
          </p:nvPr>
        </p:nvGraphicFramePr>
        <p:xfrm>
          <a:off x="3376821" y="1789693"/>
          <a:ext cx="5419311" cy="161032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419311">
                  <a:extLst>
                    <a:ext uri="{9D8B030D-6E8A-4147-A177-3AD203B41FA5}">
                      <a16:colId xmlns:a16="http://schemas.microsoft.com/office/drawing/2014/main" val="3148457127"/>
                    </a:ext>
                  </a:extLst>
                </a:gridCol>
              </a:tblGrid>
              <a:tr h="1564114"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u="none" strike="noStrike" noProof="0" dirty="0">
                          <a:solidFill>
                            <a:schemeClr val="tx2"/>
                          </a:solidFill>
                        </a:rPr>
                        <a:t>Combine Mechanisms: Use deterministic controls for emergencies, but heuristic mutations for peace times. 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endParaRPr lang="en-US" sz="1500" dirty="0">
                        <a:solidFill>
                          <a:schemeClr val="tx2"/>
                        </a:solidFill>
                      </a:endParaRPr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u="none" strike="noStrike" noProof="0" dirty="0">
                          <a:solidFill>
                            <a:schemeClr val="tx2"/>
                          </a:solidFill>
                        </a:rPr>
                        <a:t>Decouple Tracking: Keep queue replenishment separate from worker routines to avoid lock contention. </a:t>
                      </a:r>
                    </a:p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endParaRPr lang="en-US" sz="1200" b="0" u="none" strike="noStrike" noProof="0" dirty="0">
                        <a:solidFill>
                          <a:schemeClr val="tx2"/>
                        </a:solidFill>
                      </a:endParaRPr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u="none" strike="noStrike" noProof="0" dirty="0">
                          <a:solidFill>
                            <a:schemeClr val="tx2"/>
                          </a:solidFill>
                        </a:rPr>
                        <a:t>Isolate State: Use lockless atomic variables for your core data planes to ensure metrics collection never slows down execution.</a:t>
                      </a:r>
                      <a:endParaRPr lang="en-US" sz="1500" dirty="0">
                        <a:solidFill>
                          <a:schemeClr val="tx2"/>
                        </a:solidFill>
                      </a:endParaRPr>
                    </a:p>
                  </a:txBody>
                  <a:tcPr marL="101566" marR="101566" marT="50783" marB="50783"/>
                </a:tc>
                <a:extLst>
                  <a:ext uri="{0D108BD9-81ED-4DB2-BD59-A6C34878D82A}">
                    <a16:rowId xmlns:a16="http://schemas.microsoft.com/office/drawing/2014/main" val="146562866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6986</TotalTime>
  <Words>622</Words>
  <Application>Microsoft Office PowerPoint</Application>
  <PresentationFormat>On-screen Show (16:9)</PresentationFormat>
  <Paragraphs>68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Segoe UI</vt:lpstr>
      <vt:lpstr>Office Theme</vt:lpstr>
      <vt:lpstr>A Self-Optimizing Workerpool in Go</vt:lpstr>
      <vt:lpstr>PowerPoint Presentation</vt:lpstr>
      <vt:lpstr>The Example Problem</vt:lpstr>
      <vt:lpstr>Workerpools in Go</vt:lpstr>
      <vt:lpstr>PowerPoint Presentation</vt:lpstr>
      <vt:lpstr>The Problem with Static Tuning</vt:lpstr>
      <vt:lpstr>Introduction to Genetic Algorithms</vt:lpstr>
      <vt:lpstr>PowerPoint Presentation</vt:lpstr>
      <vt:lpstr>PowerPoint Presentation</vt:lpstr>
      <vt:lpstr>Transitioning Genetic Algorithms  to Real-Time Control Theory</vt:lpstr>
      <vt:lpstr>Understanding PID Controllers</vt:lpstr>
      <vt:lpstr>The Controller Applies Three Terms to Eliminate This Error </vt:lpstr>
      <vt:lpstr>PowerPoint Presentation</vt:lpstr>
      <vt:lpstr>PID Backpressure Reflex</vt:lpstr>
      <vt:lpstr>PowerPoint Presentation</vt:lpstr>
      <vt:lpstr>Elitist Genetic Algorithm</vt:lpstr>
      <vt:lpstr>PowerPoint Presentation</vt:lpstr>
      <vt:lpstr>Live Demo</vt:lpstr>
      <vt:lpstr>The Flicker Problem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Casey Manus</cp:lastModifiedBy>
  <cp:revision>279</cp:revision>
  <dcterms:created xsi:type="dcterms:W3CDTF">2026-07-21T14:08:50Z</dcterms:created>
  <dcterms:modified xsi:type="dcterms:W3CDTF">2026-07-30T12:06:01Z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850223-87a8-40c3-9eb2-432606efca2a_Enabled">
    <vt:lpwstr>true</vt:lpwstr>
  </property>
  <property fmtid="{D5CDD505-2E9C-101B-9397-08002B2CF9AE}" pid="3" name="MSIP_Label_7f850223-87a8-40c3-9eb2-432606efca2a_SetDate">
    <vt:lpwstr>2026-07-23T14:13:24Z</vt:lpwstr>
  </property>
  <property fmtid="{D5CDD505-2E9C-101B-9397-08002B2CF9AE}" pid="4" name="MSIP_Label_7f850223-87a8-40c3-9eb2-432606efca2a_Method">
    <vt:lpwstr>Privileged</vt:lpwstr>
  </property>
  <property fmtid="{D5CDD505-2E9C-101B-9397-08002B2CF9AE}" pid="5" name="MSIP_Label_7f850223-87a8-40c3-9eb2-432606efca2a_Name">
    <vt:lpwstr>7f850223-87a8-40c3-9eb2-432606efca2a</vt:lpwstr>
  </property>
  <property fmtid="{D5CDD505-2E9C-101B-9397-08002B2CF9AE}" pid="6" name="MSIP_Label_7f850223-87a8-40c3-9eb2-432606efca2a_SiteId">
    <vt:lpwstr>fcb2b37b-5da0-466b-9b83-0014b67a7c78</vt:lpwstr>
  </property>
  <property fmtid="{D5CDD505-2E9C-101B-9397-08002B2CF9AE}" pid="7" name="MSIP_Label_7f850223-87a8-40c3-9eb2-432606efca2a_ActionId">
    <vt:lpwstr>87cd2636-95a2-4aac-a876-c7753d650b30</vt:lpwstr>
  </property>
  <property fmtid="{D5CDD505-2E9C-101B-9397-08002B2CF9AE}" pid="8" name="MSIP_Label_7f850223-87a8-40c3-9eb2-432606efca2a_ContentBits">
    <vt:lpwstr>0</vt:lpwstr>
  </property>
  <property fmtid="{D5CDD505-2E9C-101B-9397-08002B2CF9AE}" pid="9" name="MSIP_Label_7f850223-87a8-40c3-9eb2-432606efca2a_Tag">
    <vt:lpwstr>10, 0, 1, 2</vt:lpwstr>
  </property>
</Properties>
</file>